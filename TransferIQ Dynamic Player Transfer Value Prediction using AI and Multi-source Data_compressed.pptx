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000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00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99F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531702" y="8242298"/>
            <a:ext cx="1969135" cy="2044700"/>
          </a:xfrm>
          <a:custGeom>
            <a:avLst/>
            <a:gdLst/>
            <a:ahLst/>
            <a:cxnLst/>
            <a:rect l="l" t="t" r="r" b="b"/>
            <a:pathLst>
              <a:path w="1969134" h="2044700">
                <a:moveTo>
                  <a:pt x="60221" y="317499"/>
                </a:moveTo>
                <a:lnTo>
                  <a:pt x="22921" y="355599"/>
                </a:lnTo>
                <a:lnTo>
                  <a:pt x="2802" y="393699"/>
                </a:lnTo>
                <a:lnTo>
                  <a:pt x="0" y="431799"/>
                </a:lnTo>
                <a:lnTo>
                  <a:pt x="14653" y="482599"/>
                </a:lnTo>
                <a:lnTo>
                  <a:pt x="25001" y="507999"/>
                </a:lnTo>
                <a:lnTo>
                  <a:pt x="32946" y="533399"/>
                </a:lnTo>
                <a:lnTo>
                  <a:pt x="39965" y="571499"/>
                </a:lnTo>
                <a:lnTo>
                  <a:pt x="47532" y="596899"/>
                </a:lnTo>
                <a:lnTo>
                  <a:pt x="23756" y="622299"/>
                </a:lnTo>
                <a:lnTo>
                  <a:pt x="12640" y="647699"/>
                </a:lnTo>
                <a:lnTo>
                  <a:pt x="11900" y="673099"/>
                </a:lnTo>
                <a:lnTo>
                  <a:pt x="19253" y="711199"/>
                </a:lnTo>
                <a:lnTo>
                  <a:pt x="35833" y="749299"/>
                </a:lnTo>
                <a:lnTo>
                  <a:pt x="68666" y="850899"/>
                </a:lnTo>
                <a:lnTo>
                  <a:pt x="85288" y="901699"/>
                </a:lnTo>
                <a:lnTo>
                  <a:pt x="102292" y="952499"/>
                </a:lnTo>
                <a:lnTo>
                  <a:pt x="119864" y="1003299"/>
                </a:lnTo>
                <a:lnTo>
                  <a:pt x="138186" y="1054099"/>
                </a:lnTo>
                <a:lnTo>
                  <a:pt x="157444" y="1104899"/>
                </a:lnTo>
                <a:lnTo>
                  <a:pt x="177067" y="1142999"/>
                </a:lnTo>
                <a:lnTo>
                  <a:pt x="197193" y="1193799"/>
                </a:lnTo>
                <a:lnTo>
                  <a:pt x="217754" y="1231899"/>
                </a:lnTo>
                <a:lnTo>
                  <a:pt x="238685" y="1282699"/>
                </a:lnTo>
                <a:lnTo>
                  <a:pt x="259919" y="1333499"/>
                </a:lnTo>
                <a:lnTo>
                  <a:pt x="281390" y="1371599"/>
                </a:lnTo>
                <a:lnTo>
                  <a:pt x="303031" y="1422399"/>
                </a:lnTo>
                <a:lnTo>
                  <a:pt x="368314" y="1562099"/>
                </a:lnTo>
                <a:lnTo>
                  <a:pt x="378256" y="1587499"/>
                </a:lnTo>
                <a:lnTo>
                  <a:pt x="380937" y="1612899"/>
                </a:lnTo>
                <a:lnTo>
                  <a:pt x="375346" y="1638299"/>
                </a:lnTo>
                <a:lnTo>
                  <a:pt x="360470" y="1663699"/>
                </a:lnTo>
                <a:lnTo>
                  <a:pt x="333643" y="1701799"/>
                </a:lnTo>
                <a:lnTo>
                  <a:pt x="307759" y="1727199"/>
                </a:lnTo>
                <a:lnTo>
                  <a:pt x="282533" y="1765299"/>
                </a:lnTo>
                <a:lnTo>
                  <a:pt x="257682" y="1803399"/>
                </a:lnTo>
                <a:lnTo>
                  <a:pt x="87109" y="2044699"/>
                </a:lnTo>
                <a:lnTo>
                  <a:pt x="251613" y="2044699"/>
                </a:lnTo>
                <a:lnTo>
                  <a:pt x="268342" y="1993899"/>
                </a:lnTo>
                <a:lnTo>
                  <a:pt x="289926" y="1968499"/>
                </a:lnTo>
                <a:lnTo>
                  <a:pt x="314959" y="1943099"/>
                </a:lnTo>
                <a:lnTo>
                  <a:pt x="438337" y="1943099"/>
                </a:lnTo>
                <a:lnTo>
                  <a:pt x="463993" y="1904999"/>
                </a:lnTo>
                <a:lnTo>
                  <a:pt x="741473" y="1904999"/>
                </a:lnTo>
                <a:lnTo>
                  <a:pt x="766063" y="1879599"/>
                </a:lnTo>
                <a:lnTo>
                  <a:pt x="860761" y="1879599"/>
                </a:lnTo>
                <a:lnTo>
                  <a:pt x="851112" y="1854199"/>
                </a:lnTo>
                <a:lnTo>
                  <a:pt x="841785" y="1841499"/>
                </a:lnTo>
                <a:lnTo>
                  <a:pt x="823421" y="1803399"/>
                </a:lnTo>
                <a:lnTo>
                  <a:pt x="837965" y="1790699"/>
                </a:lnTo>
                <a:lnTo>
                  <a:pt x="939435" y="1790699"/>
                </a:lnTo>
                <a:lnTo>
                  <a:pt x="895078" y="1701799"/>
                </a:lnTo>
                <a:lnTo>
                  <a:pt x="991136" y="1587499"/>
                </a:lnTo>
                <a:lnTo>
                  <a:pt x="1010979" y="1562099"/>
                </a:lnTo>
                <a:lnTo>
                  <a:pt x="429839" y="1562099"/>
                </a:lnTo>
                <a:lnTo>
                  <a:pt x="415028" y="1549399"/>
                </a:lnTo>
                <a:lnTo>
                  <a:pt x="397166" y="1523999"/>
                </a:lnTo>
                <a:lnTo>
                  <a:pt x="376764" y="1485899"/>
                </a:lnTo>
                <a:lnTo>
                  <a:pt x="354337" y="1447799"/>
                </a:lnTo>
                <a:lnTo>
                  <a:pt x="330397" y="1409699"/>
                </a:lnTo>
                <a:lnTo>
                  <a:pt x="305456" y="1358899"/>
                </a:lnTo>
                <a:lnTo>
                  <a:pt x="254626" y="1244599"/>
                </a:lnTo>
                <a:lnTo>
                  <a:pt x="229761" y="1193799"/>
                </a:lnTo>
                <a:lnTo>
                  <a:pt x="205949" y="1130299"/>
                </a:lnTo>
                <a:lnTo>
                  <a:pt x="183700" y="1079499"/>
                </a:lnTo>
                <a:lnTo>
                  <a:pt x="163529" y="1015999"/>
                </a:lnTo>
                <a:lnTo>
                  <a:pt x="145947" y="965199"/>
                </a:lnTo>
                <a:lnTo>
                  <a:pt x="120605" y="876299"/>
                </a:lnTo>
                <a:lnTo>
                  <a:pt x="113870" y="838199"/>
                </a:lnTo>
                <a:lnTo>
                  <a:pt x="503431" y="838199"/>
                </a:lnTo>
                <a:lnTo>
                  <a:pt x="498146" y="812799"/>
                </a:lnTo>
                <a:lnTo>
                  <a:pt x="536947" y="812799"/>
                </a:lnTo>
                <a:lnTo>
                  <a:pt x="520860" y="774699"/>
                </a:lnTo>
                <a:lnTo>
                  <a:pt x="514841" y="749299"/>
                </a:lnTo>
                <a:lnTo>
                  <a:pt x="303847" y="749299"/>
                </a:lnTo>
                <a:lnTo>
                  <a:pt x="241284" y="571499"/>
                </a:lnTo>
                <a:lnTo>
                  <a:pt x="130963" y="571499"/>
                </a:lnTo>
                <a:lnTo>
                  <a:pt x="123912" y="546099"/>
                </a:lnTo>
                <a:lnTo>
                  <a:pt x="229909" y="546099"/>
                </a:lnTo>
                <a:lnTo>
                  <a:pt x="181564" y="406399"/>
                </a:lnTo>
                <a:lnTo>
                  <a:pt x="120120" y="406399"/>
                </a:lnTo>
                <a:lnTo>
                  <a:pt x="106443" y="380999"/>
                </a:lnTo>
                <a:lnTo>
                  <a:pt x="100215" y="355599"/>
                </a:lnTo>
                <a:lnTo>
                  <a:pt x="88964" y="330199"/>
                </a:lnTo>
                <a:lnTo>
                  <a:pt x="60221" y="317499"/>
                </a:lnTo>
                <a:close/>
              </a:path>
              <a:path w="1969134" h="2044700">
                <a:moveTo>
                  <a:pt x="438337" y="1943099"/>
                </a:moveTo>
                <a:lnTo>
                  <a:pt x="314959" y="1943099"/>
                </a:lnTo>
                <a:lnTo>
                  <a:pt x="329830" y="1955799"/>
                </a:lnTo>
                <a:lnTo>
                  <a:pt x="256636" y="2044699"/>
                </a:lnTo>
                <a:lnTo>
                  <a:pt x="348833" y="2044699"/>
                </a:lnTo>
                <a:lnTo>
                  <a:pt x="360306" y="2031999"/>
                </a:lnTo>
                <a:lnTo>
                  <a:pt x="781028" y="2031999"/>
                </a:lnTo>
                <a:lnTo>
                  <a:pt x="765391" y="1993899"/>
                </a:lnTo>
                <a:lnTo>
                  <a:pt x="742450" y="1955799"/>
                </a:lnTo>
                <a:lnTo>
                  <a:pt x="446180" y="1955799"/>
                </a:lnTo>
                <a:lnTo>
                  <a:pt x="438337" y="1943099"/>
                </a:lnTo>
                <a:close/>
              </a:path>
              <a:path w="1969134" h="2044700">
                <a:moveTo>
                  <a:pt x="781028" y="2031999"/>
                </a:moveTo>
                <a:lnTo>
                  <a:pt x="360306" y="2031999"/>
                </a:lnTo>
                <a:lnTo>
                  <a:pt x="359321" y="2044699"/>
                </a:lnTo>
                <a:lnTo>
                  <a:pt x="784938" y="2044699"/>
                </a:lnTo>
                <a:lnTo>
                  <a:pt x="781028" y="2031999"/>
                </a:lnTo>
                <a:close/>
              </a:path>
              <a:path w="1969134" h="2044700">
                <a:moveTo>
                  <a:pt x="860761" y="1879599"/>
                </a:moveTo>
                <a:lnTo>
                  <a:pt x="766063" y="1879599"/>
                </a:lnTo>
                <a:lnTo>
                  <a:pt x="835626" y="2044699"/>
                </a:lnTo>
                <a:lnTo>
                  <a:pt x="953908" y="2044699"/>
                </a:lnTo>
                <a:lnTo>
                  <a:pt x="907334" y="1968499"/>
                </a:lnTo>
                <a:lnTo>
                  <a:pt x="895289" y="1955799"/>
                </a:lnTo>
                <a:lnTo>
                  <a:pt x="883527" y="1930399"/>
                </a:lnTo>
                <a:lnTo>
                  <a:pt x="872025" y="1904999"/>
                </a:lnTo>
                <a:lnTo>
                  <a:pt x="860761" y="1879599"/>
                </a:lnTo>
                <a:close/>
              </a:path>
              <a:path w="1969134" h="2044700">
                <a:moveTo>
                  <a:pt x="939435" y="1790699"/>
                </a:moveTo>
                <a:lnTo>
                  <a:pt x="837965" y="1790699"/>
                </a:lnTo>
                <a:lnTo>
                  <a:pt x="843521" y="1803399"/>
                </a:lnTo>
                <a:lnTo>
                  <a:pt x="850711" y="1803399"/>
                </a:lnTo>
                <a:lnTo>
                  <a:pt x="976573" y="2044699"/>
                </a:lnTo>
                <a:lnTo>
                  <a:pt x="1065974" y="2044699"/>
                </a:lnTo>
                <a:lnTo>
                  <a:pt x="939435" y="1790699"/>
                </a:lnTo>
                <a:close/>
              </a:path>
              <a:path w="1969134" h="2044700">
                <a:moveTo>
                  <a:pt x="737125" y="1904999"/>
                </a:moveTo>
                <a:lnTo>
                  <a:pt x="463993" y="1904999"/>
                </a:lnTo>
                <a:lnTo>
                  <a:pt x="471101" y="1917699"/>
                </a:lnTo>
                <a:lnTo>
                  <a:pt x="446180" y="1955799"/>
                </a:lnTo>
                <a:lnTo>
                  <a:pt x="738636" y="1955799"/>
                </a:lnTo>
                <a:lnTo>
                  <a:pt x="734822" y="1943099"/>
                </a:lnTo>
                <a:lnTo>
                  <a:pt x="732778" y="1917699"/>
                </a:lnTo>
                <a:lnTo>
                  <a:pt x="737125" y="1904999"/>
                </a:lnTo>
                <a:close/>
              </a:path>
              <a:path w="1969134" h="2044700">
                <a:moveTo>
                  <a:pt x="503431" y="838199"/>
                </a:moveTo>
                <a:lnTo>
                  <a:pt x="113870" y="838199"/>
                </a:lnTo>
                <a:lnTo>
                  <a:pt x="171348" y="965199"/>
                </a:lnTo>
                <a:lnTo>
                  <a:pt x="190715" y="1003299"/>
                </a:lnTo>
                <a:lnTo>
                  <a:pt x="212344" y="1054099"/>
                </a:lnTo>
                <a:lnTo>
                  <a:pt x="277782" y="1193799"/>
                </a:lnTo>
                <a:lnTo>
                  <a:pt x="299129" y="1244599"/>
                </a:lnTo>
                <a:lnTo>
                  <a:pt x="320668" y="1282699"/>
                </a:lnTo>
                <a:lnTo>
                  <a:pt x="341518" y="1333499"/>
                </a:lnTo>
                <a:lnTo>
                  <a:pt x="360797" y="1371599"/>
                </a:lnTo>
                <a:lnTo>
                  <a:pt x="381902" y="1422399"/>
                </a:lnTo>
                <a:lnTo>
                  <a:pt x="405368" y="1473199"/>
                </a:lnTo>
                <a:lnTo>
                  <a:pt x="423808" y="1511299"/>
                </a:lnTo>
                <a:lnTo>
                  <a:pt x="429839" y="1562099"/>
                </a:lnTo>
                <a:lnTo>
                  <a:pt x="1010979" y="1562099"/>
                </a:lnTo>
                <a:lnTo>
                  <a:pt x="1169723" y="1371599"/>
                </a:lnTo>
                <a:lnTo>
                  <a:pt x="912237" y="1371599"/>
                </a:lnTo>
                <a:lnTo>
                  <a:pt x="899327" y="1346199"/>
                </a:lnTo>
                <a:lnTo>
                  <a:pt x="931792" y="1320799"/>
                </a:lnTo>
                <a:lnTo>
                  <a:pt x="936266" y="1320799"/>
                </a:lnTo>
                <a:lnTo>
                  <a:pt x="940936" y="1308099"/>
                </a:lnTo>
                <a:lnTo>
                  <a:pt x="944291" y="1295399"/>
                </a:lnTo>
                <a:lnTo>
                  <a:pt x="948596" y="1282699"/>
                </a:lnTo>
                <a:lnTo>
                  <a:pt x="1001346" y="1219199"/>
                </a:lnTo>
                <a:lnTo>
                  <a:pt x="664093" y="1219199"/>
                </a:lnTo>
                <a:lnTo>
                  <a:pt x="634566" y="1181099"/>
                </a:lnTo>
                <a:lnTo>
                  <a:pt x="608617" y="1142999"/>
                </a:lnTo>
                <a:lnTo>
                  <a:pt x="585899" y="1092199"/>
                </a:lnTo>
                <a:lnTo>
                  <a:pt x="566068" y="1054099"/>
                </a:lnTo>
                <a:lnTo>
                  <a:pt x="548780" y="1003299"/>
                </a:lnTo>
                <a:lnTo>
                  <a:pt x="533688" y="952499"/>
                </a:lnTo>
                <a:lnTo>
                  <a:pt x="520449" y="914399"/>
                </a:lnTo>
                <a:lnTo>
                  <a:pt x="508716" y="863599"/>
                </a:lnTo>
                <a:lnTo>
                  <a:pt x="503431" y="838199"/>
                </a:lnTo>
                <a:close/>
              </a:path>
              <a:path w="1969134" h="2044700">
                <a:moveTo>
                  <a:pt x="1138646" y="1320799"/>
                </a:moveTo>
                <a:lnTo>
                  <a:pt x="931792" y="1320799"/>
                </a:lnTo>
                <a:lnTo>
                  <a:pt x="912237" y="1371599"/>
                </a:lnTo>
                <a:lnTo>
                  <a:pt x="1115197" y="1371599"/>
                </a:lnTo>
                <a:lnTo>
                  <a:pt x="1106045" y="1358899"/>
                </a:lnTo>
                <a:lnTo>
                  <a:pt x="1138646" y="1320799"/>
                </a:lnTo>
                <a:close/>
              </a:path>
              <a:path w="1969134" h="2044700">
                <a:moveTo>
                  <a:pt x="1931939" y="266699"/>
                </a:moveTo>
                <a:lnTo>
                  <a:pt x="1915554" y="279399"/>
                </a:lnTo>
                <a:lnTo>
                  <a:pt x="1898664" y="292099"/>
                </a:lnTo>
                <a:lnTo>
                  <a:pt x="1882233" y="292099"/>
                </a:lnTo>
                <a:lnTo>
                  <a:pt x="1867227" y="317499"/>
                </a:lnTo>
                <a:lnTo>
                  <a:pt x="1792202" y="380999"/>
                </a:lnTo>
                <a:lnTo>
                  <a:pt x="1754870" y="419099"/>
                </a:lnTo>
                <a:lnTo>
                  <a:pt x="1718048" y="457199"/>
                </a:lnTo>
                <a:lnTo>
                  <a:pt x="1682030" y="495299"/>
                </a:lnTo>
                <a:lnTo>
                  <a:pt x="1647108" y="520699"/>
                </a:lnTo>
                <a:lnTo>
                  <a:pt x="1480500" y="711199"/>
                </a:lnTo>
                <a:lnTo>
                  <a:pt x="1016495" y="1231899"/>
                </a:lnTo>
                <a:lnTo>
                  <a:pt x="996898" y="1257299"/>
                </a:lnTo>
                <a:lnTo>
                  <a:pt x="975907" y="1282699"/>
                </a:lnTo>
                <a:lnTo>
                  <a:pt x="954333" y="1295399"/>
                </a:lnTo>
                <a:lnTo>
                  <a:pt x="936266" y="1320799"/>
                </a:lnTo>
                <a:lnTo>
                  <a:pt x="1138646" y="1320799"/>
                </a:lnTo>
                <a:lnTo>
                  <a:pt x="1149759" y="1333499"/>
                </a:lnTo>
                <a:lnTo>
                  <a:pt x="1115197" y="1371599"/>
                </a:lnTo>
                <a:lnTo>
                  <a:pt x="1169723" y="1371599"/>
                </a:lnTo>
                <a:lnTo>
                  <a:pt x="1209409" y="1320799"/>
                </a:lnTo>
                <a:lnTo>
                  <a:pt x="1235866" y="1282699"/>
                </a:lnTo>
                <a:lnTo>
                  <a:pt x="1181216" y="1282699"/>
                </a:lnTo>
                <a:lnTo>
                  <a:pt x="1206463" y="1244599"/>
                </a:lnTo>
                <a:lnTo>
                  <a:pt x="1268938" y="1244599"/>
                </a:lnTo>
                <a:lnTo>
                  <a:pt x="1308624" y="1193799"/>
                </a:lnTo>
                <a:lnTo>
                  <a:pt x="1321373" y="1181099"/>
                </a:lnTo>
                <a:lnTo>
                  <a:pt x="1262187" y="1181099"/>
                </a:lnTo>
                <a:lnTo>
                  <a:pt x="1286536" y="1142999"/>
                </a:lnTo>
                <a:lnTo>
                  <a:pt x="1346871" y="1142999"/>
                </a:lnTo>
                <a:lnTo>
                  <a:pt x="1404241" y="1079499"/>
                </a:lnTo>
                <a:lnTo>
                  <a:pt x="1468366" y="1003299"/>
                </a:lnTo>
                <a:lnTo>
                  <a:pt x="1532899" y="914399"/>
                </a:lnTo>
                <a:lnTo>
                  <a:pt x="1597933" y="850899"/>
                </a:lnTo>
                <a:lnTo>
                  <a:pt x="1663558" y="761999"/>
                </a:lnTo>
                <a:lnTo>
                  <a:pt x="1538847" y="761999"/>
                </a:lnTo>
                <a:lnTo>
                  <a:pt x="1631265" y="673099"/>
                </a:lnTo>
                <a:lnTo>
                  <a:pt x="1632320" y="660399"/>
                </a:lnTo>
                <a:lnTo>
                  <a:pt x="1635611" y="660399"/>
                </a:lnTo>
                <a:lnTo>
                  <a:pt x="1669905" y="609599"/>
                </a:lnTo>
                <a:lnTo>
                  <a:pt x="1796946" y="609599"/>
                </a:lnTo>
                <a:lnTo>
                  <a:pt x="1864890" y="533399"/>
                </a:lnTo>
                <a:lnTo>
                  <a:pt x="1878620" y="520699"/>
                </a:lnTo>
                <a:lnTo>
                  <a:pt x="1764276" y="520699"/>
                </a:lnTo>
                <a:lnTo>
                  <a:pt x="1776588" y="495299"/>
                </a:lnTo>
                <a:lnTo>
                  <a:pt x="1790096" y="482599"/>
                </a:lnTo>
                <a:lnTo>
                  <a:pt x="1804583" y="469899"/>
                </a:lnTo>
                <a:lnTo>
                  <a:pt x="1819837" y="457199"/>
                </a:lnTo>
                <a:lnTo>
                  <a:pt x="1901531" y="380999"/>
                </a:lnTo>
                <a:lnTo>
                  <a:pt x="1928344" y="342899"/>
                </a:lnTo>
                <a:lnTo>
                  <a:pt x="1942199" y="330199"/>
                </a:lnTo>
                <a:lnTo>
                  <a:pt x="1950885" y="317499"/>
                </a:lnTo>
                <a:lnTo>
                  <a:pt x="1949198" y="292099"/>
                </a:lnTo>
                <a:lnTo>
                  <a:pt x="1931939" y="266699"/>
                </a:lnTo>
                <a:close/>
              </a:path>
              <a:path w="1969134" h="2044700">
                <a:moveTo>
                  <a:pt x="1268938" y="1244599"/>
                </a:moveTo>
                <a:lnTo>
                  <a:pt x="1206463" y="1244599"/>
                </a:lnTo>
                <a:lnTo>
                  <a:pt x="1215042" y="1257299"/>
                </a:lnTo>
                <a:lnTo>
                  <a:pt x="1190122" y="1282699"/>
                </a:lnTo>
                <a:lnTo>
                  <a:pt x="1235866" y="1282699"/>
                </a:lnTo>
                <a:lnTo>
                  <a:pt x="1268938" y="1244599"/>
                </a:lnTo>
                <a:close/>
              </a:path>
              <a:path w="1969134" h="2044700">
                <a:moveTo>
                  <a:pt x="536947" y="812799"/>
                </a:moveTo>
                <a:lnTo>
                  <a:pt x="498146" y="812799"/>
                </a:lnTo>
                <a:lnTo>
                  <a:pt x="664093" y="1219199"/>
                </a:lnTo>
                <a:lnTo>
                  <a:pt x="1001346" y="1219199"/>
                </a:lnTo>
                <a:lnTo>
                  <a:pt x="1014534" y="1206499"/>
                </a:lnTo>
                <a:lnTo>
                  <a:pt x="691383" y="1206499"/>
                </a:lnTo>
                <a:lnTo>
                  <a:pt x="536947" y="812799"/>
                </a:lnTo>
                <a:close/>
              </a:path>
              <a:path w="1969134" h="2044700">
                <a:moveTo>
                  <a:pt x="1780454" y="0"/>
                </a:moveTo>
                <a:lnTo>
                  <a:pt x="1765010" y="0"/>
                </a:lnTo>
                <a:lnTo>
                  <a:pt x="1751397" y="12699"/>
                </a:lnTo>
                <a:lnTo>
                  <a:pt x="1730368" y="12699"/>
                </a:lnTo>
                <a:lnTo>
                  <a:pt x="1644800" y="88899"/>
                </a:lnTo>
                <a:lnTo>
                  <a:pt x="1603426" y="114299"/>
                </a:lnTo>
                <a:lnTo>
                  <a:pt x="1564993" y="152399"/>
                </a:lnTo>
                <a:lnTo>
                  <a:pt x="1529894" y="203199"/>
                </a:lnTo>
                <a:lnTo>
                  <a:pt x="1494987" y="228599"/>
                </a:lnTo>
                <a:lnTo>
                  <a:pt x="1391380" y="355599"/>
                </a:lnTo>
                <a:lnTo>
                  <a:pt x="1357206" y="380999"/>
                </a:lnTo>
                <a:lnTo>
                  <a:pt x="1255729" y="507999"/>
                </a:lnTo>
                <a:lnTo>
                  <a:pt x="1155754" y="622299"/>
                </a:lnTo>
                <a:lnTo>
                  <a:pt x="1089898" y="711199"/>
                </a:lnTo>
                <a:lnTo>
                  <a:pt x="1024650" y="787399"/>
                </a:lnTo>
                <a:lnTo>
                  <a:pt x="959985" y="863599"/>
                </a:lnTo>
                <a:lnTo>
                  <a:pt x="895880" y="952499"/>
                </a:lnTo>
                <a:lnTo>
                  <a:pt x="832309" y="1028699"/>
                </a:lnTo>
                <a:lnTo>
                  <a:pt x="769249" y="1117599"/>
                </a:lnTo>
                <a:lnTo>
                  <a:pt x="752705" y="1130299"/>
                </a:lnTo>
                <a:lnTo>
                  <a:pt x="734452" y="1155699"/>
                </a:lnTo>
                <a:lnTo>
                  <a:pt x="714132" y="1168399"/>
                </a:lnTo>
                <a:lnTo>
                  <a:pt x="691383" y="1206499"/>
                </a:lnTo>
                <a:lnTo>
                  <a:pt x="1014534" y="1206499"/>
                </a:lnTo>
                <a:lnTo>
                  <a:pt x="1404840" y="723899"/>
                </a:lnTo>
                <a:lnTo>
                  <a:pt x="1438355" y="685799"/>
                </a:lnTo>
                <a:lnTo>
                  <a:pt x="1320934" y="685799"/>
                </a:lnTo>
                <a:lnTo>
                  <a:pt x="1309822" y="673099"/>
                </a:lnTo>
                <a:lnTo>
                  <a:pt x="1365220" y="584199"/>
                </a:lnTo>
                <a:lnTo>
                  <a:pt x="1513901" y="584199"/>
                </a:lnTo>
                <a:lnTo>
                  <a:pt x="1526139" y="571499"/>
                </a:lnTo>
                <a:lnTo>
                  <a:pt x="1557005" y="533399"/>
                </a:lnTo>
                <a:lnTo>
                  <a:pt x="1588198" y="495299"/>
                </a:lnTo>
                <a:lnTo>
                  <a:pt x="1619682" y="457199"/>
                </a:lnTo>
                <a:lnTo>
                  <a:pt x="1651701" y="431799"/>
                </a:lnTo>
                <a:lnTo>
                  <a:pt x="1684099" y="393699"/>
                </a:lnTo>
                <a:lnTo>
                  <a:pt x="1782008" y="292099"/>
                </a:lnTo>
                <a:lnTo>
                  <a:pt x="1814362" y="253999"/>
                </a:lnTo>
                <a:lnTo>
                  <a:pt x="1817704" y="253999"/>
                </a:lnTo>
                <a:lnTo>
                  <a:pt x="1819765" y="241299"/>
                </a:lnTo>
                <a:lnTo>
                  <a:pt x="1821659" y="228599"/>
                </a:lnTo>
                <a:lnTo>
                  <a:pt x="1782914" y="228599"/>
                </a:lnTo>
                <a:lnTo>
                  <a:pt x="1746597" y="215899"/>
                </a:lnTo>
                <a:lnTo>
                  <a:pt x="1714891" y="203199"/>
                </a:lnTo>
                <a:lnTo>
                  <a:pt x="1687145" y="177799"/>
                </a:lnTo>
                <a:lnTo>
                  <a:pt x="1701853" y="139699"/>
                </a:lnTo>
                <a:lnTo>
                  <a:pt x="1725649" y="114299"/>
                </a:lnTo>
                <a:lnTo>
                  <a:pt x="1751421" y="88899"/>
                </a:lnTo>
                <a:lnTo>
                  <a:pt x="1772060" y="38099"/>
                </a:lnTo>
                <a:lnTo>
                  <a:pt x="1780454" y="0"/>
                </a:lnTo>
                <a:close/>
              </a:path>
              <a:path w="1969134" h="2044700">
                <a:moveTo>
                  <a:pt x="1346871" y="1142999"/>
                </a:moveTo>
                <a:lnTo>
                  <a:pt x="1286536" y="1142999"/>
                </a:lnTo>
                <a:lnTo>
                  <a:pt x="1294380" y="1155699"/>
                </a:lnTo>
                <a:lnTo>
                  <a:pt x="1270113" y="1181099"/>
                </a:lnTo>
                <a:lnTo>
                  <a:pt x="1321373" y="1181099"/>
                </a:lnTo>
                <a:lnTo>
                  <a:pt x="1346871" y="1142999"/>
                </a:lnTo>
                <a:close/>
              </a:path>
              <a:path w="1969134" h="2044700">
                <a:moveTo>
                  <a:pt x="1796946" y="609599"/>
                </a:moveTo>
                <a:lnTo>
                  <a:pt x="1669905" y="609599"/>
                </a:lnTo>
                <a:lnTo>
                  <a:pt x="1685838" y="622299"/>
                </a:lnTo>
                <a:lnTo>
                  <a:pt x="1635611" y="660399"/>
                </a:lnTo>
                <a:lnTo>
                  <a:pt x="1634035" y="660399"/>
                </a:lnTo>
                <a:lnTo>
                  <a:pt x="1631265" y="673099"/>
                </a:lnTo>
                <a:lnTo>
                  <a:pt x="1620242" y="698499"/>
                </a:lnTo>
                <a:lnTo>
                  <a:pt x="1598513" y="723899"/>
                </a:lnTo>
                <a:lnTo>
                  <a:pt x="1570319" y="749299"/>
                </a:lnTo>
                <a:lnTo>
                  <a:pt x="1538847" y="761999"/>
                </a:lnTo>
                <a:lnTo>
                  <a:pt x="1663558" y="761999"/>
                </a:lnTo>
                <a:lnTo>
                  <a:pt x="1729865" y="685799"/>
                </a:lnTo>
                <a:lnTo>
                  <a:pt x="1796946" y="609599"/>
                </a:lnTo>
                <a:close/>
              </a:path>
              <a:path w="1969134" h="2044700">
                <a:moveTo>
                  <a:pt x="203478" y="165099"/>
                </a:moveTo>
                <a:lnTo>
                  <a:pt x="186390" y="190499"/>
                </a:lnTo>
                <a:lnTo>
                  <a:pt x="183374" y="215899"/>
                </a:lnTo>
                <a:lnTo>
                  <a:pt x="188925" y="241299"/>
                </a:lnTo>
                <a:lnTo>
                  <a:pt x="197538" y="266699"/>
                </a:lnTo>
                <a:lnTo>
                  <a:pt x="210128" y="292099"/>
                </a:lnTo>
                <a:lnTo>
                  <a:pt x="221772" y="342899"/>
                </a:lnTo>
                <a:lnTo>
                  <a:pt x="232325" y="380999"/>
                </a:lnTo>
                <a:lnTo>
                  <a:pt x="241643" y="406399"/>
                </a:lnTo>
                <a:lnTo>
                  <a:pt x="244873" y="431799"/>
                </a:lnTo>
                <a:lnTo>
                  <a:pt x="246048" y="469899"/>
                </a:lnTo>
                <a:lnTo>
                  <a:pt x="250917" y="507999"/>
                </a:lnTo>
                <a:lnTo>
                  <a:pt x="266342" y="558799"/>
                </a:lnTo>
                <a:lnTo>
                  <a:pt x="283197" y="609599"/>
                </a:lnTo>
                <a:lnTo>
                  <a:pt x="300515" y="660399"/>
                </a:lnTo>
                <a:lnTo>
                  <a:pt x="317328" y="711199"/>
                </a:lnTo>
                <a:lnTo>
                  <a:pt x="319708" y="711199"/>
                </a:lnTo>
                <a:lnTo>
                  <a:pt x="321189" y="736599"/>
                </a:lnTo>
                <a:lnTo>
                  <a:pt x="321822" y="749299"/>
                </a:lnTo>
                <a:lnTo>
                  <a:pt x="514841" y="749299"/>
                </a:lnTo>
                <a:lnTo>
                  <a:pt x="502801" y="723899"/>
                </a:lnTo>
                <a:lnTo>
                  <a:pt x="485251" y="673099"/>
                </a:lnTo>
                <a:lnTo>
                  <a:pt x="467999" y="634999"/>
                </a:lnTo>
                <a:lnTo>
                  <a:pt x="465128" y="622299"/>
                </a:lnTo>
                <a:lnTo>
                  <a:pt x="385472" y="622299"/>
                </a:lnTo>
                <a:lnTo>
                  <a:pt x="363001" y="596899"/>
                </a:lnTo>
                <a:lnTo>
                  <a:pt x="344812" y="546099"/>
                </a:lnTo>
                <a:lnTo>
                  <a:pt x="329550" y="507999"/>
                </a:lnTo>
                <a:lnTo>
                  <a:pt x="315858" y="482599"/>
                </a:lnTo>
                <a:lnTo>
                  <a:pt x="302722" y="431799"/>
                </a:lnTo>
                <a:lnTo>
                  <a:pt x="289824" y="393699"/>
                </a:lnTo>
                <a:lnTo>
                  <a:pt x="276481" y="355599"/>
                </a:lnTo>
                <a:lnTo>
                  <a:pt x="262013" y="317499"/>
                </a:lnTo>
                <a:lnTo>
                  <a:pt x="250812" y="279399"/>
                </a:lnTo>
                <a:lnTo>
                  <a:pt x="241563" y="241299"/>
                </a:lnTo>
                <a:lnTo>
                  <a:pt x="227906" y="203199"/>
                </a:lnTo>
                <a:lnTo>
                  <a:pt x="203478" y="165099"/>
                </a:lnTo>
                <a:close/>
              </a:path>
              <a:path w="1969134" h="2044700">
                <a:moveTo>
                  <a:pt x="1513901" y="584199"/>
                </a:moveTo>
                <a:lnTo>
                  <a:pt x="1365220" y="584199"/>
                </a:lnTo>
                <a:lnTo>
                  <a:pt x="1382705" y="596899"/>
                </a:lnTo>
                <a:lnTo>
                  <a:pt x="1320934" y="685799"/>
                </a:lnTo>
                <a:lnTo>
                  <a:pt x="1438355" y="685799"/>
                </a:lnTo>
                <a:lnTo>
                  <a:pt x="1465168" y="647699"/>
                </a:lnTo>
                <a:lnTo>
                  <a:pt x="1513901" y="584199"/>
                </a:lnTo>
                <a:close/>
              </a:path>
              <a:path w="1969134" h="2044700">
                <a:moveTo>
                  <a:pt x="1634035" y="660399"/>
                </a:moveTo>
                <a:lnTo>
                  <a:pt x="1632320" y="660399"/>
                </a:lnTo>
                <a:lnTo>
                  <a:pt x="1631265" y="673099"/>
                </a:lnTo>
                <a:lnTo>
                  <a:pt x="1634035" y="660399"/>
                </a:lnTo>
                <a:close/>
              </a:path>
              <a:path w="1969134" h="2044700">
                <a:moveTo>
                  <a:pt x="358917" y="342899"/>
                </a:moveTo>
                <a:lnTo>
                  <a:pt x="331863" y="380999"/>
                </a:lnTo>
                <a:lnTo>
                  <a:pt x="328042" y="406399"/>
                </a:lnTo>
                <a:lnTo>
                  <a:pt x="336799" y="457199"/>
                </a:lnTo>
                <a:lnTo>
                  <a:pt x="347478" y="482599"/>
                </a:lnTo>
                <a:lnTo>
                  <a:pt x="356471" y="520699"/>
                </a:lnTo>
                <a:lnTo>
                  <a:pt x="365985" y="546099"/>
                </a:lnTo>
                <a:lnTo>
                  <a:pt x="385472" y="622299"/>
                </a:lnTo>
                <a:lnTo>
                  <a:pt x="465128" y="622299"/>
                </a:lnTo>
                <a:lnTo>
                  <a:pt x="433544" y="533399"/>
                </a:lnTo>
                <a:lnTo>
                  <a:pt x="415918" y="482599"/>
                </a:lnTo>
                <a:lnTo>
                  <a:pt x="397746" y="431799"/>
                </a:lnTo>
                <a:lnTo>
                  <a:pt x="378816" y="380999"/>
                </a:lnTo>
                <a:lnTo>
                  <a:pt x="358917" y="342899"/>
                </a:lnTo>
                <a:close/>
              </a:path>
              <a:path w="1969134" h="2044700">
                <a:moveTo>
                  <a:pt x="229909" y="546099"/>
                </a:moveTo>
                <a:lnTo>
                  <a:pt x="136029" y="546099"/>
                </a:lnTo>
                <a:lnTo>
                  <a:pt x="143652" y="571499"/>
                </a:lnTo>
                <a:lnTo>
                  <a:pt x="241284" y="571499"/>
                </a:lnTo>
                <a:lnTo>
                  <a:pt x="229909" y="546099"/>
                </a:lnTo>
                <a:close/>
              </a:path>
              <a:path w="1969134" h="2044700">
                <a:moveTo>
                  <a:pt x="1968625" y="419099"/>
                </a:moveTo>
                <a:lnTo>
                  <a:pt x="1913754" y="419099"/>
                </a:lnTo>
                <a:lnTo>
                  <a:pt x="1871727" y="444499"/>
                </a:lnTo>
                <a:lnTo>
                  <a:pt x="1836701" y="482599"/>
                </a:lnTo>
                <a:lnTo>
                  <a:pt x="1802832" y="495299"/>
                </a:lnTo>
                <a:lnTo>
                  <a:pt x="1764276" y="520699"/>
                </a:lnTo>
                <a:lnTo>
                  <a:pt x="1878620" y="520699"/>
                </a:lnTo>
                <a:lnTo>
                  <a:pt x="1933789" y="457199"/>
                </a:lnTo>
                <a:lnTo>
                  <a:pt x="1968625" y="419099"/>
                </a:lnTo>
                <a:close/>
              </a:path>
              <a:path w="1969134" h="2044700">
                <a:moveTo>
                  <a:pt x="178721" y="393699"/>
                </a:moveTo>
                <a:lnTo>
                  <a:pt x="120120" y="406399"/>
                </a:lnTo>
                <a:lnTo>
                  <a:pt x="181564" y="406399"/>
                </a:lnTo>
                <a:lnTo>
                  <a:pt x="178721" y="393699"/>
                </a:lnTo>
                <a:close/>
              </a:path>
              <a:path w="1969134" h="2044700">
                <a:moveTo>
                  <a:pt x="1824494" y="215899"/>
                </a:moveTo>
                <a:lnTo>
                  <a:pt x="1782914" y="228599"/>
                </a:lnTo>
                <a:lnTo>
                  <a:pt x="1823076" y="228599"/>
                </a:lnTo>
                <a:lnTo>
                  <a:pt x="1824494" y="215899"/>
                </a:lnTo>
                <a:close/>
              </a:path>
            </a:pathLst>
          </a:custGeom>
          <a:solidFill>
            <a:srgbClr val="BCFF7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84" y="5930174"/>
            <a:ext cx="7052122" cy="22748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99F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63381" y="808430"/>
            <a:ext cx="8788400" cy="169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2821" y="4283481"/>
            <a:ext cx="11309985" cy="54743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000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s://www.kaggle.com/datasets/sanjitva/predicting-soccer-player-transfer-values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09770"/>
              <a:ext cx="18287999" cy="577723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12438" y="1924335"/>
            <a:ext cx="11250295" cy="31242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7620">
              <a:lnSpc>
                <a:spcPct val="115500"/>
              </a:lnSpc>
              <a:spcBef>
                <a:spcPts val="95"/>
              </a:spcBef>
            </a:pPr>
            <a:r>
              <a:rPr dirty="0" sz="4400" spc="1225">
                <a:solidFill>
                  <a:srgbClr val="99F63C"/>
                </a:solidFill>
              </a:rPr>
              <a:t>TRANSFERIQ:</a:t>
            </a:r>
            <a:r>
              <a:rPr dirty="0" sz="4400" spc="-180">
                <a:solidFill>
                  <a:srgbClr val="99F63C"/>
                </a:solidFill>
              </a:rPr>
              <a:t> </a:t>
            </a:r>
            <a:r>
              <a:rPr dirty="0" sz="4400" spc="1775">
                <a:solidFill>
                  <a:srgbClr val="99F63C"/>
                </a:solidFill>
              </a:rPr>
              <a:t>DYNAMIC </a:t>
            </a:r>
            <a:r>
              <a:rPr dirty="0" sz="4400" spc="1595">
                <a:solidFill>
                  <a:srgbClr val="99F63C"/>
                </a:solidFill>
              </a:rPr>
              <a:t>PLAYER</a:t>
            </a:r>
            <a:r>
              <a:rPr dirty="0" sz="4400" spc="-155">
                <a:solidFill>
                  <a:srgbClr val="99F63C"/>
                </a:solidFill>
              </a:rPr>
              <a:t> </a:t>
            </a:r>
            <a:r>
              <a:rPr dirty="0" sz="4400" spc="1515">
                <a:solidFill>
                  <a:srgbClr val="99F63C"/>
                </a:solidFill>
              </a:rPr>
              <a:t>TRANSFER</a:t>
            </a:r>
            <a:r>
              <a:rPr dirty="0" sz="4400" spc="-135">
                <a:solidFill>
                  <a:srgbClr val="99F63C"/>
                </a:solidFill>
              </a:rPr>
              <a:t> </a:t>
            </a:r>
            <a:r>
              <a:rPr dirty="0" sz="4400" spc="1480">
                <a:solidFill>
                  <a:srgbClr val="99F63C"/>
                </a:solidFill>
              </a:rPr>
              <a:t>VALUE </a:t>
            </a:r>
            <a:r>
              <a:rPr dirty="0" sz="4400" spc="1380">
                <a:solidFill>
                  <a:srgbClr val="99F63C"/>
                </a:solidFill>
              </a:rPr>
              <a:t>PREDICTION</a:t>
            </a:r>
            <a:r>
              <a:rPr dirty="0" sz="4400" spc="-165">
                <a:solidFill>
                  <a:srgbClr val="99F63C"/>
                </a:solidFill>
              </a:rPr>
              <a:t> </a:t>
            </a:r>
            <a:r>
              <a:rPr dirty="0" sz="4400" spc="1250">
                <a:solidFill>
                  <a:srgbClr val="99F63C"/>
                </a:solidFill>
              </a:rPr>
              <a:t>USING</a:t>
            </a:r>
            <a:r>
              <a:rPr dirty="0" sz="4400" spc="-135">
                <a:solidFill>
                  <a:srgbClr val="99F63C"/>
                </a:solidFill>
              </a:rPr>
              <a:t> </a:t>
            </a:r>
            <a:r>
              <a:rPr dirty="0" sz="4400" spc="1380">
                <a:solidFill>
                  <a:srgbClr val="99F63C"/>
                </a:solidFill>
              </a:rPr>
              <a:t>AI</a:t>
            </a:r>
            <a:r>
              <a:rPr dirty="0" sz="4400" spc="-114">
                <a:solidFill>
                  <a:srgbClr val="99F63C"/>
                </a:solidFill>
              </a:rPr>
              <a:t> </a:t>
            </a:r>
            <a:r>
              <a:rPr dirty="0" sz="4400" spc="1910">
                <a:solidFill>
                  <a:srgbClr val="99F63C"/>
                </a:solidFill>
              </a:rPr>
              <a:t>AND </a:t>
            </a:r>
            <a:r>
              <a:rPr dirty="0" sz="4400" spc="1330">
                <a:solidFill>
                  <a:srgbClr val="99F63C"/>
                </a:solidFill>
              </a:rPr>
              <a:t>MULTI-</a:t>
            </a:r>
            <a:r>
              <a:rPr dirty="0" sz="4400" spc="1355">
                <a:solidFill>
                  <a:srgbClr val="99F63C"/>
                </a:solidFill>
              </a:rPr>
              <a:t>sOURCE</a:t>
            </a:r>
            <a:r>
              <a:rPr dirty="0" sz="4400" spc="-150">
                <a:solidFill>
                  <a:srgbClr val="99F63C"/>
                </a:solidFill>
              </a:rPr>
              <a:t> </a:t>
            </a:r>
            <a:r>
              <a:rPr dirty="0" sz="4400" spc="1714">
                <a:solidFill>
                  <a:srgbClr val="99F63C"/>
                </a:solidFill>
              </a:rPr>
              <a:t>DATA</a:t>
            </a:r>
            <a:endParaRPr sz="4400"/>
          </a:p>
        </p:txBody>
      </p:sp>
      <p:sp>
        <p:nvSpPr>
          <p:cNvPr id="6" name="object 6" descr=""/>
          <p:cNvSpPr txBox="1"/>
          <p:nvPr/>
        </p:nvSpPr>
        <p:spPr>
          <a:xfrm>
            <a:off x="7926069" y="7909306"/>
            <a:ext cx="8133715" cy="180276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 indent="-1905">
              <a:lnSpc>
                <a:spcPct val="116599"/>
              </a:lnSpc>
              <a:spcBef>
                <a:spcPts val="90"/>
              </a:spcBef>
            </a:pPr>
            <a:r>
              <a:rPr dirty="0" sz="2500" spc="-60" b="1">
                <a:solidFill>
                  <a:srgbClr val="FBFBFC"/>
                </a:solidFill>
                <a:latin typeface="Tahoma"/>
                <a:cs typeface="Tahoma"/>
              </a:rPr>
              <a:t>Presenting</a:t>
            </a:r>
            <a:r>
              <a:rPr dirty="0" sz="2500" spc="-13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70" b="1">
                <a:solidFill>
                  <a:srgbClr val="FBFBFC"/>
                </a:solidFill>
                <a:latin typeface="Tahoma"/>
                <a:cs typeface="Tahoma"/>
              </a:rPr>
              <a:t>you</a:t>
            </a:r>
            <a:r>
              <a:rPr dirty="0" sz="2500" spc="-14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105" b="1">
                <a:solidFill>
                  <a:srgbClr val="FBFBFC"/>
                </a:solidFill>
                <a:latin typeface="Tahoma"/>
                <a:cs typeface="Tahoma"/>
              </a:rPr>
              <a:t>my</a:t>
            </a:r>
            <a:r>
              <a:rPr dirty="0" sz="2500" spc="-14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50" b="1">
                <a:solidFill>
                  <a:srgbClr val="FBFBFC"/>
                </a:solidFill>
                <a:latin typeface="Tahoma"/>
                <a:cs typeface="Tahoma"/>
              </a:rPr>
              <a:t>project</a:t>
            </a:r>
            <a:r>
              <a:rPr dirty="0" sz="2500" spc="-13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65" b="1">
                <a:solidFill>
                  <a:srgbClr val="FBFBFC"/>
                </a:solidFill>
                <a:latin typeface="Tahoma"/>
                <a:cs typeface="Tahoma"/>
              </a:rPr>
              <a:t>that</a:t>
            </a:r>
            <a:r>
              <a:rPr dirty="0" sz="2500" spc="-13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484" b="1">
                <a:solidFill>
                  <a:srgbClr val="FBFBFC"/>
                </a:solidFill>
                <a:latin typeface="Tahoma"/>
                <a:cs typeface="Tahoma"/>
              </a:rPr>
              <a:t>I</a:t>
            </a:r>
            <a:r>
              <a:rPr dirty="0" sz="2500" spc="-13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80" b="1">
                <a:solidFill>
                  <a:srgbClr val="FBFBFC"/>
                </a:solidFill>
                <a:latin typeface="Tahoma"/>
                <a:cs typeface="Tahoma"/>
              </a:rPr>
              <a:t>have</a:t>
            </a:r>
            <a:r>
              <a:rPr dirty="0" sz="2500" spc="-14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55" b="1">
                <a:solidFill>
                  <a:srgbClr val="FBFBFC"/>
                </a:solidFill>
                <a:latin typeface="Tahoma"/>
                <a:cs typeface="Tahoma"/>
              </a:rPr>
              <a:t>been</a:t>
            </a:r>
            <a:r>
              <a:rPr dirty="0" sz="2500" spc="-13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10" b="1">
                <a:solidFill>
                  <a:srgbClr val="FBFBFC"/>
                </a:solidFill>
                <a:latin typeface="Tahoma"/>
                <a:cs typeface="Tahoma"/>
              </a:rPr>
              <a:t>working </a:t>
            </a:r>
            <a:r>
              <a:rPr dirty="0" sz="2500" spc="-85" b="1">
                <a:solidFill>
                  <a:srgbClr val="FBFBFC"/>
                </a:solidFill>
                <a:latin typeface="Tahoma"/>
                <a:cs typeface="Tahoma"/>
              </a:rPr>
              <a:t>during</a:t>
            </a:r>
            <a:r>
              <a:rPr dirty="0" sz="2500" spc="-12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55" b="1">
                <a:solidFill>
                  <a:srgbClr val="FBFBFC"/>
                </a:solidFill>
                <a:latin typeface="Tahoma"/>
                <a:cs typeface="Tahoma"/>
              </a:rPr>
              <a:t>The</a:t>
            </a:r>
            <a:r>
              <a:rPr dirty="0" sz="2500" spc="-12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95" b="1">
                <a:solidFill>
                  <a:srgbClr val="FBFBFC"/>
                </a:solidFill>
                <a:latin typeface="Tahoma"/>
                <a:cs typeface="Tahoma"/>
              </a:rPr>
              <a:t>Infosys</a:t>
            </a:r>
            <a:r>
              <a:rPr dirty="0" sz="2500" spc="-12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60" b="1">
                <a:solidFill>
                  <a:srgbClr val="FBFBFC"/>
                </a:solidFill>
                <a:latin typeface="Tahoma"/>
                <a:cs typeface="Tahoma"/>
              </a:rPr>
              <a:t>Springboard</a:t>
            </a:r>
            <a:r>
              <a:rPr dirty="0" sz="2500" spc="-12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70" b="1">
                <a:solidFill>
                  <a:srgbClr val="FBFBFC"/>
                </a:solidFill>
                <a:latin typeface="Tahoma"/>
                <a:cs typeface="Tahoma"/>
              </a:rPr>
              <a:t>Virtual</a:t>
            </a:r>
            <a:r>
              <a:rPr dirty="0" sz="2500" spc="-15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110" b="1">
                <a:solidFill>
                  <a:srgbClr val="FBFBFC"/>
                </a:solidFill>
                <a:latin typeface="Tahoma"/>
                <a:cs typeface="Tahoma"/>
              </a:rPr>
              <a:t>Internship</a:t>
            </a:r>
            <a:r>
              <a:rPr dirty="0" sz="2500" spc="-12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60" b="1">
                <a:solidFill>
                  <a:srgbClr val="FBFBFC"/>
                </a:solidFill>
                <a:latin typeface="Tahoma"/>
                <a:cs typeface="Tahoma"/>
              </a:rPr>
              <a:t>6.0, </a:t>
            </a:r>
            <a:r>
              <a:rPr dirty="0" sz="2500" spc="-40" b="1">
                <a:solidFill>
                  <a:srgbClr val="FBFBFC"/>
                </a:solidFill>
                <a:latin typeface="Tahoma"/>
                <a:cs typeface="Tahoma"/>
              </a:rPr>
              <a:t>for</a:t>
            </a:r>
            <a:r>
              <a:rPr dirty="0" sz="2500" spc="-13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50" b="1">
                <a:solidFill>
                  <a:srgbClr val="FBFBFC"/>
                </a:solidFill>
                <a:latin typeface="Tahoma"/>
                <a:cs typeface="Tahoma"/>
              </a:rPr>
              <a:t>the</a:t>
            </a:r>
            <a:r>
              <a:rPr dirty="0" sz="2500" spc="-14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50" b="1">
                <a:solidFill>
                  <a:srgbClr val="FBFBFC"/>
                </a:solidFill>
                <a:latin typeface="Tahoma"/>
                <a:cs typeface="Tahoma"/>
              </a:rPr>
              <a:t>past</a:t>
            </a:r>
            <a:r>
              <a:rPr dirty="0" sz="2500" spc="-13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65" b="1">
                <a:solidFill>
                  <a:srgbClr val="FBFBFC"/>
                </a:solidFill>
                <a:latin typeface="Tahoma"/>
                <a:cs typeface="Tahoma"/>
              </a:rPr>
              <a:t>eight</a:t>
            </a:r>
            <a:r>
              <a:rPr dirty="0" sz="2500" spc="-13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10" b="1">
                <a:solidFill>
                  <a:srgbClr val="FBFBFC"/>
                </a:solidFill>
                <a:latin typeface="Tahoma"/>
                <a:cs typeface="Tahoma"/>
              </a:rPr>
              <a:t>weeks.</a:t>
            </a:r>
            <a:endParaRPr sz="2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2500" spc="-140" b="1">
                <a:solidFill>
                  <a:srgbClr val="FBFBFC"/>
                </a:solidFill>
                <a:latin typeface="Tahoma"/>
                <a:cs typeface="Tahoma"/>
              </a:rPr>
              <a:t>Name:</a:t>
            </a:r>
            <a:r>
              <a:rPr dirty="0" sz="2500" spc="-165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110" b="1">
                <a:solidFill>
                  <a:srgbClr val="FBFBFC"/>
                </a:solidFill>
                <a:latin typeface="Tahoma"/>
                <a:cs typeface="Tahoma"/>
              </a:rPr>
              <a:t>Dharun</a:t>
            </a:r>
            <a:r>
              <a:rPr dirty="0" sz="2500" spc="-13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120" b="1">
                <a:solidFill>
                  <a:srgbClr val="FBFBFC"/>
                </a:solidFill>
                <a:latin typeface="Tahoma"/>
                <a:cs typeface="Tahoma"/>
              </a:rPr>
              <a:t>Kumar</a:t>
            </a:r>
            <a:r>
              <a:rPr dirty="0" sz="2500" spc="-130" b="1">
                <a:solidFill>
                  <a:srgbClr val="FBFBFC"/>
                </a:solidFill>
                <a:latin typeface="Tahoma"/>
                <a:cs typeface="Tahoma"/>
              </a:rPr>
              <a:t> </a:t>
            </a:r>
            <a:r>
              <a:rPr dirty="0" sz="2500" spc="-50" b="1">
                <a:solidFill>
                  <a:srgbClr val="FBFBFC"/>
                </a:solidFill>
                <a:latin typeface="Tahoma"/>
                <a:cs typeface="Tahoma"/>
              </a:rPr>
              <a:t>S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912475" y="0"/>
            <a:ext cx="7375525" cy="10287000"/>
            <a:chOff x="10912475" y="0"/>
            <a:chExt cx="7375525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2169605" y="0"/>
              <a:ext cx="6118860" cy="10287000"/>
            </a:xfrm>
            <a:custGeom>
              <a:avLst/>
              <a:gdLst/>
              <a:ahLst/>
              <a:cxnLst/>
              <a:rect l="l" t="t" r="r" b="b"/>
              <a:pathLst>
                <a:path w="6118859" h="10287000">
                  <a:moveTo>
                    <a:pt x="6118394" y="0"/>
                  </a:moveTo>
                  <a:lnTo>
                    <a:pt x="0" y="0"/>
                  </a:lnTo>
                  <a:lnTo>
                    <a:pt x="3428973" y="10287000"/>
                  </a:lnTo>
                  <a:lnTo>
                    <a:pt x="6118394" y="10287000"/>
                  </a:lnTo>
                  <a:lnTo>
                    <a:pt x="61183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12475" y="1028700"/>
              <a:ext cx="7375525" cy="8229600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4244932" y="8045714"/>
            <a:ext cx="6544309" cy="2241550"/>
          </a:xfrm>
          <a:custGeom>
            <a:avLst/>
            <a:gdLst/>
            <a:ahLst/>
            <a:cxnLst/>
            <a:rect l="l" t="t" r="r" b="b"/>
            <a:pathLst>
              <a:path w="6544309" h="2241550">
                <a:moveTo>
                  <a:pt x="215197" y="1641080"/>
                </a:moveTo>
                <a:lnTo>
                  <a:pt x="131813" y="1673921"/>
                </a:lnTo>
                <a:lnTo>
                  <a:pt x="98202" y="1636224"/>
                </a:lnTo>
                <a:lnTo>
                  <a:pt x="65032" y="1598139"/>
                </a:lnTo>
                <a:lnTo>
                  <a:pt x="32300" y="1559677"/>
                </a:lnTo>
                <a:lnTo>
                  <a:pt x="0" y="1520849"/>
                </a:lnTo>
                <a:lnTo>
                  <a:pt x="5997" y="1507070"/>
                </a:lnTo>
                <a:lnTo>
                  <a:pt x="34964" y="1495941"/>
                </a:lnTo>
                <a:lnTo>
                  <a:pt x="69999" y="1492190"/>
                </a:lnTo>
                <a:lnTo>
                  <a:pt x="94202" y="1500547"/>
                </a:lnTo>
                <a:lnTo>
                  <a:pt x="126113" y="1538897"/>
                </a:lnTo>
                <a:lnTo>
                  <a:pt x="158467" y="1576857"/>
                </a:lnTo>
                <a:lnTo>
                  <a:pt x="191273" y="1614400"/>
                </a:lnTo>
                <a:lnTo>
                  <a:pt x="215197" y="1641080"/>
                </a:lnTo>
                <a:close/>
              </a:path>
              <a:path w="6544309" h="2241550">
                <a:moveTo>
                  <a:pt x="778386" y="2241265"/>
                </a:moveTo>
                <a:lnTo>
                  <a:pt x="655648" y="2241264"/>
                </a:lnTo>
                <a:lnTo>
                  <a:pt x="592140" y="2201541"/>
                </a:lnTo>
                <a:lnTo>
                  <a:pt x="551289" y="2174117"/>
                </a:lnTo>
                <a:lnTo>
                  <a:pt x="511028" y="2145615"/>
                </a:lnTo>
                <a:lnTo>
                  <a:pt x="471364" y="2116000"/>
                </a:lnTo>
                <a:lnTo>
                  <a:pt x="432306" y="2085234"/>
                </a:lnTo>
                <a:lnTo>
                  <a:pt x="393862" y="2053280"/>
                </a:lnTo>
                <a:lnTo>
                  <a:pt x="356041" y="2020102"/>
                </a:lnTo>
                <a:lnTo>
                  <a:pt x="318850" y="1985664"/>
                </a:lnTo>
                <a:lnTo>
                  <a:pt x="282298" y="1949928"/>
                </a:lnTo>
                <a:lnTo>
                  <a:pt x="249268" y="1916123"/>
                </a:lnTo>
                <a:lnTo>
                  <a:pt x="216606" y="1881509"/>
                </a:lnTo>
                <a:lnTo>
                  <a:pt x="184622" y="1846512"/>
                </a:lnTo>
                <a:lnTo>
                  <a:pt x="153144" y="1811061"/>
                </a:lnTo>
                <a:lnTo>
                  <a:pt x="122120" y="1775208"/>
                </a:lnTo>
                <a:lnTo>
                  <a:pt x="91497" y="1739008"/>
                </a:lnTo>
                <a:lnTo>
                  <a:pt x="61223" y="1702513"/>
                </a:lnTo>
                <a:lnTo>
                  <a:pt x="62972" y="1692058"/>
                </a:lnTo>
                <a:lnTo>
                  <a:pt x="80161" y="1682454"/>
                </a:lnTo>
                <a:lnTo>
                  <a:pt x="105528" y="1675732"/>
                </a:lnTo>
                <a:lnTo>
                  <a:pt x="131813" y="1673921"/>
                </a:lnTo>
                <a:lnTo>
                  <a:pt x="215197" y="1641080"/>
                </a:lnTo>
                <a:lnTo>
                  <a:pt x="258289" y="1688135"/>
                </a:lnTo>
                <a:lnTo>
                  <a:pt x="292521" y="1724275"/>
                </a:lnTo>
                <a:lnTo>
                  <a:pt x="327251" y="1759894"/>
                </a:lnTo>
                <a:lnTo>
                  <a:pt x="362491" y="1794968"/>
                </a:lnTo>
                <a:lnTo>
                  <a:pt x="380852" y="1812684"/>
                </a:lnTo>
                <a:lnTo>
                  <a:pt x="298107" y="1845274"/>
                </a:lnTo>
                <a:lnTo>
                  <a:pt x="333690" y="1882702"/>
                </a:lnTo>
                <a:lnTo>
                  <a:pt x="370094" y="1919621"/>
                </a:lnTo>
                <a:lnTo>
                  <a:pt x="406997" y="1955618"/>
                </a:lnTo>
                <a:lnTo>
                  <a:pt x="444552" y="1990782"/>
                </a:lnTo>
                <a:lnTo>
                  <a:pt x="482790" y="2025079"/>
                </a:lnTo>
                <a:lnTo>
                  <a:pt x="521747" y="2058471"/>
                </a:lnTo>
                <a:lnTo>
                  <a:pt x="561456" y="2090923"/>
                </a:lnTo>
                <a:lnTo>
                  <a:pt x="601950" y="2122399"/>
                </a:lnTo>
                <a:lnTo>
                  <a:pt x="643262" y="2152863"/>
                </a:lnTo>
                <a:lnTo>
                  <a:pt x="685428" y="2182278"/>
                </a:lnTo>
                <a:lnTo>
                  <a:pt x="728479" y="2210610"/>
                </a:lnTo>
                <a:lnTo>
                  <a:pt x="772450" y="2237822"/>
                </a:lnTo>
                <a:lnTo>
                  <a:pt x="778386" y="2241265"/>
                </a:lnTo>
                <a:close/>
              </a:path>
              <a:path w="6544309" h="2241550">
                <a:moveTo>
                  <a:pt x="966400" y="2241265"/>
                </a:moveTo>
                <a:lnTo>
                  <a:pt x="845023" y="2241265"/>
                </a:lnTo>
                <a:lnTo>
                  <a:pt x="810028" y="2222052"/>
                </a:lnTo>
                <a:lnTo>
                  <a:pt x="767981" y="2197939"/>
                </a:lnTo>
                <a:lnTo>
                  <a:pt x="726340" y="2173014"/>
                </a:lnTo>
                <a:lnTo>
                  <a:pt x="685115" y="2147276"/>
                </a:lnTo>
                <a:lnTo>
                  <a:pt x="644318" y="2120727"/>
                </a:lnTo>
                <a:lnTo>
                  <a:pt x="603958" y="2093366"/>
                </a:lnTo>
                <a:lnTo>
                  <a:pt x="564046" y="2065194"/>
                </a:lnTo>
                <a:lnTo>
                  <a:pt x="524593" y="2036210"/>
                </a:lnTo>
                <a:lnTo>
                  <a:pt x="485610" y="2006414"/>
                </a:lnTo>
                <a:lnTo>
                  <a:pt x="447107" y="1975808"/>
                </a:lnTo>
                <a:lnTo>
                  <a:pt x="409094" y="1944391"/>
                </a:lnTo>
                <a:lnTo>
                  <a:pt x="371583" y="1912162"/>
                </a:lnTo>
                <a:lnTo>
                  <a:pt x="334583" y="1879123"/>
                </a:lnTo>
                <a:lnTo>
                  <a:pt x="298107" y="1845274"/>
                </a:lnTo>
                <a:lnTo>
                  <a:pt x="380852" y="1812684"/>
                </a:lnTo>
                <a:lnTo>
                  <a:pt x="398250" y="1829470"/>
                </a:lnTo>
                <a:lnTo>
                  <a:pt x="434542" y="1863375"/>
                </a:lnTo>
                <a:lnTo>
                  <a:pt x="471376" y="1896655"/>
                </a:lnTo>
                <a:lnTo>
                  <a:pt x="508765" y="1929286"/>
                </a:lnTo>
                <a:lnTo>
                  <a:pt x="546719" y="1961241"/>
                </a:lnTo>
                <a:lnTo>
                  <a:pt x="585250" y="1992495"/>
                </a:lnTo>
                <a:lnTo>
                  <a:pt x="624369" y="2023021"/>
                </a:lnTo>
                <a:lnTo>
                  <a:pt x="664087" y="2052793"/>
                </a:lnTo>
                <a:lnTo>
                  <a:pt x="704415" y="2081786"/>
                </a:lnTo>
                <a:lnTo>
                  <a:pt x="745365" y="2109973"/>
                </a:lnTo>
                <a:lnTo>
                  <a:pt x="786948" y="2137328"/>
                </a:lnTo>
                <a:lnTo>
                  <a:pt x="829175" y="2163827"/>
                </a:lnTo>
                <a:lnTo>
                  <a:pt x="872058" y="2189442"/>
                </a:lnTo>
                <a:lnTo>
                  <a:pt x="915608" y="2214147"/>
                </a:lnTo>
                <a:lnTo>
                  <a:pt x="959835" y="2237917"/>
                </a:lnTo>
                <a:lnTo>
                  <a:pt x="966400" y="2241265"/>
                </a:lnTo>
                <a:close/>
              </a:path>
              <a:path w="6544309" h="2241550">
                <a:moveTo>
                  <a:pt x="3480218" y="2228044"/>
                </a:moveTo>
                <a:lnTo>
                  <a:pt x="3462989" y="2234830"/>
                </a:lnTo>
                <a:lnTo>
                  <a:pt x="3288589" y="2235269"/>
                </a:lnTo>
                <a:lnTo>
                  <a:pt x="3305585" y="2228575"/>
                </a:lnTo>
                <a:lnTo>
                  <a:pt x="3387794" y="2168899"/>
                </a:lnTo>
                <a:lnTo>
                  <a:pt x="3433170" y="2151027"/>
                </a:lnTo>
                <a:lnTo>
                  <a:pt x="3553250" y="2062786"/>
                </a:lnTo>
                <a:lnTo>
                  <a:pt x="3587770" y="2021892"/>
                </a:lnTo>
                <a:lnTo>
                  <a:pt x="3664556" y="1964351"/>
                </a:lnTo>
                <a:lnTo>
                  <a:pt x="3729639" y="1884120"/>
                </a:lnTo>
                <a:lnTo>
                  <a:pt x="3680473" y="1876185"/>
                </a:lnTo>
                <a:lnTo>
                  <a:pt x="3632524" y="1867770"/>
                </a:lnTo>
                <a:lnTo>
                  <a:pt x="3585777" y="1858883"/>
                </a:lnTo>
                <a:lnTo>
                  <a:pt x="3535564" y="1837710"/>
                </a:lnTo>
                <a:lnTo>
                  <a:pt x="3486523" y="1816076"/>
                </a:lnTo>
                <a:lnTo>
                  <a:pt x="3443295" y="1805803"/>
                </a:lnTo>
                <a:lnTo>
                  <a:pt x="3396557" y="1783262"/>
                </a:lnTo>
                <a:lnTo>
                  <a:pt x="3350948" y="1760276"/>
                </a:lnTo>
                <a:lnTo>
                  <a:pt x="3306453" y="1736852"/>
                </a:lnTo>
                <a:lnTo>
                  <a:pt x="3263058" y="1712995"/>
                </a:lnTo>
                <a:lnTo>
                  <a:pt x="3216094" y="1676893"/>
                </a:lnTo>
                <a:lnTo>
                  <a:pt x="3174854" y="1652187"/>
                </a:lnTo>
                <a:lnTo>
                  <a:pt x="3134671" y="1627064"/>
                </a:lnTo>
                <a:lnTo>
                  <a:pt x="3090875" y="1589715"/>
                </a:lnTo>
                <a:lnTo>
                  <a:pt x="3052759" y="1563779"/>
                </a:lnTo>
                <a:lnTo>
                  <a:pt x="3011002" y="1525627"/>
                </a:lnTo>
                <a:lnTo>
                  <a:pt x="2970242" y="1487082"/>
                </a:lnTo>
                <a:lnTo>
                  <a:pt x="2930465" y="1448150"/>
                </a:lnTo>
                <a:lnTo>
                  <a:pt x="2899304" y="1419474"/>
                </a:lnTo>
                <a:lnTo>
                  <a:pt x="2868809" y="1390536"/>
                </a:lnTo>
                <a:lnTo>
                  <a:pt x="2834419" y="1349482"/>
                </a:lnTo>
                <a:lnTo>
                  <a:pt x="2805537" y="1319909"/>
                </a:lnTo>
                <a:lnTo>
                  <a:pt x="2772949" y="1278146"/>
                </a:lnTo>
                <a:lnTo>
                  <a:pt x="2746057" y="1247789"/>
                </a:lnTo>
                <a:lnTo>
                  <a:pt x="2715647" y="1205168"/>
                </a:lnTo>
                <a:lnTo>
                  <a:pt x="2691120" y="1173879"/>
                </a:lnTo>
                <a:lnTo>
                  <a:pt x="2663264" y="1130252"/>
                </a:lnTo>
                <a:lnTo>
                  <a:pt x="2636827" y="1086066"/>
                </a:lnTo>
                <a:lnTo>
                  <a:pt x="2611902" y="1041285"/>
                </a:lnTo>
                <a:lnTo>
                  <a:pt x="2593237" y="1007687"/>
                </a:lnTo>
                <a:lnTo>
                  <a:pt x="2571619" y="961603"/>
                </a:lnTo>
                <a:lnTo>
                  <a:pt x="2551797" y="914813"/>
                </a:lnTo>
                <a:lnTo>
                  <a:pt x="2533863" y="867278"/>
                </a:lnTo>
                <a:lnTo>
                  <a:pt x="2522566" y="830779"/>
                </a:lnTo>
                <a:lnTo>
                  <a:pt x="2508693" y="781645"/>
                </a:lnTo>
                <a:lnTo>
                  <a:pt x="2496991" y="731655"/>
                </a:lnTo>
                <a:lnTo>
                  <a:pt x="2492208" y="692591"/>
                </a:lnTo>
                <a:lnTo>
                  <a:pt x="2485131" y="640780"/>
                </a:lnTo>
                <a:lnTo>
                  <a:pt x="2485162" y="599819"/>
                </a:lnTo>
                <a:lnTo>
                  <a:pt x="2483087" y="546039"/>
                </a:lnTo>
                <a:lnTo>
                  <a:pt x="2488307" y="503034"/>
                </a:lnTo>
                <a:lnTo>
                  <a:pt x="2496264" y="458952"/>
                </a:lnTo>
                <a:lnTo>
                  <a:pt x="2507051" y="413755"/>
                </a:lnTo>
                <a:lnTo>
                  <a:pt x="2507447" y="399949"/>
                </a:lnTo>
                <a:lnTo>
                  <a:pt x="2507962" y="386097"/>
                </a:lnTo>
                <a:lnTo>
                  <a:pt x="2513237" y="384020"/>
                </a:lnTo>
                <a:lnTo>
                  <a:pt x="2513956" y="370087"/>
                </a:lnTo>
                <a:lnTo>
                  <a:pt x="2520326" y="367578"/>
                </a:lnTo>
                <a:lnTo>
                  <a:pt x="2522258" y="353168"/>
                </a:lnTo>
                <a:lnTo>
                  <a:pt x="2524447" y="338656"/>
                </a:lnTo>
                <a:lnTo>
                  <a:pt x="2531591" y="335843"/>
                </a:lnTo>
                <a:lnTo>
                  <a:pt x="2549285" y="287926"/>
                </a:lnTo>
                <a:lnTo>
                  <a:pt x="2573469" y="251102"/>
                </a:lnTo>
                <a:lnTo>
                  <a:pt x="2599321" y="213621"/>
                </a:lnTo>
                <a:lnTo>
                  <a:pt x="2631325" y="187367"/>
                </a:lnTo>
                <a:lnTo>
                  <a:pt x="2664657" y="160590"/>
                </a:lnTo>
                <a:lnTo>
                  <a:pt x="2734629" y="105732"/>
                </a:lnTo>
                <a:lnTo>
                  <a:pt x="2944212" y="23189"/>
                </a:lnTo>
                <a:lnTo>
                  <a:pt x="3084949" y="8709"/>
                </a:lnTo>
                <a:lnTo>
                  <a:pt x="2872819" y="92255"/>
                </a:lnTo>
                <a:lnTo>
                  <a:pt x="2843773" y="117344"/>
                </a:lnTo>
                <a:lnTo>
                  <a:pt x="2809944" y="130668"/>
                </a:lnTo>
                <a:lnTo>
                  <a:pt x="2780683" y="155842"/>
                </a:lnTo>
                <a:lnTo>
                  <a:pt x="2746726" y="169216"/>
                </a:lnTo>
                <a:lnTo>
                  <a:pt x="2734436" y="187705"/>
                </a:lnTo>
                <a:lnTo>
                  <a:pt x="2718160" y="194116"/>
                </a:lnTo>
                <a:lnTo>
                  <a:pt x="2707182" y="212089"/>
                </a:lnTo>
                <a:lnTo>
                  <a:pt x="2696827" y="229817"/>
                </a:lnTo>
                <a:lnTo>
                  <a:pt x="2682021" y="235648"/>
                </a:lnTo>
                <a:lnTo>
                  <a:pt x="2672202" y="253164"/>
                </a:lnTo>
                <a:lnTo>
                  <a:pt x="2662749" y="270537"/>
                </a:lnTo>
                <a:lnTo>
                  <a:pt x="2653693" y="287753"/>
                </a:lnTo>
                <a:lnTo>
                  <a:pt x="2641554" y="306184"/>
                </a:lnTo>
                <a:lnTo>
                  <a:pt x="2630211" y="324301"/>
                </a:lnTo>
                <a:lnTo>
                  <a:pt x="2619642" y="342113"/>
                </a:lnTo>
                <a:lnTo>
                  <a:pt x="2614478" y="371445"/>
                </a:lnTo>
                <a:lnTo>
                  <a:pt x="2608287" y="373884"/>
                </a:lnTo>
                <a:lnTo>
                  <a:pt x="2598345" y="418748"/>
                </a:lnTo>
                <a:lnTo>
                  <a:pt x="2592825" y="461870"/>
                </a:lnTo>
                <a:lnTo>
                  <a:pt x="2595787" y="515302"/>
                </a:lnTo>
                <a:lnTo>
                  <a:pt x="2597674" y="555507"/>
                </a:lnTo>
                <a:lnTo>
                  <a:pt x="2607546" y="606217"/>
                </a:lnTo>
                <a:lnTo>
                  <a:pt x="2620498" y="655714"/>
                </a:lnTo>
                <a:lnTo>
                  <a:pt x="2631628" y="692279"/>
                </a:lnTo>
                <a:lnTo>
                  <a:pt x="2636220" y="704120"/>
                </a:lnTo>
                <a:lnTo>
                  <a:pt x="2640811" y="715961"/>
                </a:lnTo>
                <a:lnTo>
                  <a:pt x="2645403" y="727802"/>
                </a:lnTo>
                <a:lnTo>
                  <a:pt x="2649994" y="739643"/>
                </a:lnTo>
                <a:lnTo>
                  <a:pt x="2670693" y="786089"/>
                </a:lnTo>
                <a:lnTo>
                  <a:pt x="2693476" y="831714"/>
                </a:lnTo>
                <a:lnTo>
                  <a:pt x="2718094" y="876616"/>
                </a:lnTo>
                <a:lnTo>
                  <a:pt x="2744297" y="920894"/>
                </a:lnTo>
                <a:lnTo>
                  <a:pt x="2771837" y="964646"/>
                </a:lnTo>
                <a:lnTo>
                  <a:pt x="2800463" y="1007969"/>
                </a:lnTo>
                <a:lnTo>
                  <a:pt x="2817003" y="1028754"/>
                </a:lnTo>
                <a:lnTo>
                  <a:pt x="2726832" y="1064268"/>
                </a:lnTo>
                <a:lnTo>
                  <a:pt x="2753145" y="1108502"/>
                </a:lnTo>
                <a:lnTo>
                  <a:pt x="2781188" y="1152055"/>
                </a:lnTo>
                <a:lnTo>
                  <a:pt x="2810844" y="1194973"/>
                </a:lnTo>
                <a:lnTo>
                  <a:pt x="2837340" y="1225486"/>
                </a:lnTo>
                <a:lnTo>
                  <a:pt x="2869808" y="1267297"/>
                </a:lnTo>
                <a:lnTo>
                  <a:pt x="2898597" y="1296907"/>
                </a:lnTo>
                <a:lnTo>
                  <a:pt x="2933026" y="1337945"/>
                </a:lnTo>
                <a:lnTo>
                  <a:pt x="2968454" y="1378590"/>
                </a:lnTo>
                <a:lnTo>
                  <a:pt x="3000240" y="1407020"/>
                </a:lnTo>
                <a:lnTo>
                  <a:pt x="3037703" y="1446863"/>
                </a:lnTo>
                <a:lnTo>
                  <a:pt x="3071549" y="1474482"/>
                </a:lnTo>
                <a:lnTo>
                  <a:pt x="3111096" y="1513504"/>
                </a:lnTo>
                <a:lnTo>
                  <a:pt x="3147050" y="1540292"/>
                </a:lnTo>
                <a:lnTo>
                  <a:pt x="3188730" y="1578474"/>
                </a:lnTo>
                <a:lnTo>
                  <a:pt x="3226842" y="1604413"/>
                </a:lnTo>
                <a:lnTo>
                  <a:pt x="3270705" y="1641736"/>
                </a:lnTo>
                <a:lnTo>
                  <a:pt x="3311023" y="1666805"/>
                </a:lnTo>
                <a:lnTo>
                  <a:pt x="3352463" y="1691432"/>
                </a:lnTo>
                <a:lnTo>
                  <a:pt x="3395037" y="1715613"/>
                </a:lnTo>
                <a:lnTo>
                  <a:pt x="3438757" y="1739342"/>
                </a:lnTo>
                <a:lnTo>
                  <a:pt x="3483636" y="1762615"/>
                </a:lnTo>
                <a:lnTo>
                  <a:pt x="3529686" y="1785427"/>
                </a:lnTo>
                <a:lnTo>
                  <a:pt x="3572265" y="1795957"/>
                </a:lnTo>
                <a:lnTo>
                  <a:pt x="3620694" y="1817832"/>
                </a:lnTo>
                <a:lnTo>
                  <a:pt x="3665676" y="1827415"/>
                </a:lnTo>
                <a:lnTo>
                  <a:pt x="3716532" y="1848334"/>
                </a:lnTo>
                <a:lnTo>
                  <a:pt x="3763966" y="1856951"/>
                </a:lnTo>
                <a:lnTo>
                  <a:pt x="3939868" y="1787673"/>
                </a:lnTo>
                <a:lnTo>
                  <a:pt x="3965302" y="1791305"/>
                </a:lnTo>
                <a:lnTo>
                  <a:pt x="3887741" y="1821852"/>
                </a:lnTo>
                <a:lnTo>
                  <a:pt x="3881279" y="1838047"/>
                </a:lnTo>
                <a:lnTo>
                  <a:pt x="3870110" y="1842446"/>
                </a:lnTo>
                <a:lnTo>
                  <a:pt x="3863530" y="1858687"/>
                </a:lnTo>
                <a:lnTo>
                  <a:pt x="3852221" y="1863141"/>
                </a:lnTo>
                <a:lnTo>
                  <a:pt x="3860887" y="1873377"/>
                </a:lnTo>
                <a:lnTo>
                  <a:pt x="3864786" y="1871842"/>
                </a:lnTo>
                <a:lnTo>
                  <a:pt x="3892506" y="1874574"/>
                </a:lnTo>
                <a:lnTo>
                  <a:pt x="3823809" y="1901630"/>
                </a:lnTo>
                <a:lnTo>
                  <a:pt x="3797081" y="1939455"/>
                </a:lnTo>
                <a:lnTo>
                  <a:pt x="3733500" y="1991795"/>
                </a:lnTo>
                <a:lnTo>
                  <a:pt x="3706127" y="2029875"/>
                </a:lnTo>
                <a:lnTo>
                  <a:pt x="3668073" y="2058512"/>
                </a:lnTo>
                <a:lnTo>
                  <a:pt x="3634170" y="2099164"/>
                </a:lnTo>
                <a:lnTo>
                  <a:pt x="3515805" y="2186730"/>
                </a:lnTo>
                <a:lnTo>
                  <a:pt x="3480218" y="2228044"/>
                </a:lnTo>
                <a:close/>
              </a:path>
              <a:path w="6544309" h="2241550">
                <a:moveTo>
                  <a:pt x="3954010" y="1727505"/>
                </a:moveTo>
                <a:lnTo>
                  <a:pt x="3827211" y="1777444"/>
                </a:lnTo>
                <a:lnTo>
                  <a:pt x="3844473" y="1743347"/>
                </a:lnTo>
                <a:lnTo>
                  <a:pt x="3857565" y="1738191"/>
                </a:lnTo>
                <a:lnTo>
                  <a:pt x="3865873" y="1721269"/>
                </a:lnTo>
                <a:lnTo>
                  <a:pt x="3888286" y="1671493"/>
                </a:lnTo>
                <a:lnTo>
                  <a:pt x="3913898" y="1634107"/>
                </a:lnTo>
                <a:lnTo>
                  <a:pt x="3933282" y="1585524"/>
                </a:lnTo>
                <a:lnTo>
                  <a:pt x="3950971" y="1537609"/>
                </a:lnTo>
                <a:lnTo>
                  <a:pt x="3966843" y="1490410"/>
                </a:lnTo>
                <a:lnTo>
                  <a:pt x="3980777" y="1443973"/>
                </a:lnTo>
                <a:lnTo>
                  <a:pt x="3992654" y="1398347"/>
                </a:lnTo>
                <a:lnTo>
                  <a:pt x="3997697" y="1341763"/>
                </a:lnTo>
                <a:lnTo>
                  <a:pt x="4003653" y="1298469"/>
                </a:lnTo>
                <a:lnTo>
                  <a:pt x="4007908" y="1255844"/>
                </a:lnTo>
                <a:lnTo>
                  <a:pt x="4005821" y="1202068"/>
                </a:lnTo>
                <a:lnTo>
                  <a:pt x="4002058" y="1148953"/>
                </a:lnTo>
                <a:lnTo>
                  <a:pt x="4001285" y="1108309"/>
                </a:lnTo>
                <a:lnTo>
                  <a:pt x="3994206" y="1056499"/>
                </a:lnTo>
                <a:lnTo>
                  <a:pt x="3985487" y="1005334"/>
                </a:lnTo>
                <a:lnTo>
                  <a:pt x="3979795" y="966628"/>
                </a:lnTo>
                <a:lnTo>
                  <a:pt x="3967834" y="916741"/>
                </a:lnTo>
                <a:lnTo>
                  <a:pt x="3954269" y="867485"/>
                </a:lnTo>
                <a:lnTo>
                  <a:pt x="3939114" y="818856"/>
                </a:lnTo>
                <a:lnTo>
                  <a:pt x="3922379" y="770849"/>
                </a:lnTo>
                <a:lnTo>
                  <a:pt x="3913281" y="747133"/>
                </a:lnTo>
                <a:lnTo>
                  <a:pt x="3908732" y="735276"/>
                </a:lnTo>
                <a:lnTo>
                  <a:pt x="3888876" y="688498"/>
                </a:lnTo>
                <a:lnTo>
                  <a:pt x="3867478" y="642327"/>
                </a:lnTo>
                <a:lnTo>
                  <a:pt x="3844550" y="596760"/>
                </a:lnTo>
                <a:lnTo>
                  <a:pt x="3820103" y="551790"/>
                </a:lnTo>
                <a:lnTo>
                  <a:pt x="3794151" y="507413"/>
                </a:lnTo>
                <a:lnTo>
                  <a:pt x="3771358" y="475442"/>
                </a:lnTo>
                <a:lnTo>
                  <a:pt x="3742430" y="432237"/>
                </a:lnTo>
                <a:lnTo>
                  <a:pt x="3712033" y="389611"/>
                </a:lnTo>
                <a:lnTo>
                  <a:pt x="3684832" y="359375"/>
                </a:lnTo>
                <a:lnTo>
                  <a:pt x="3651532" y="317892"/>
                </a:lnTo>
                <a:lnTo>
                  <a:pt x="3619440" y="289583"/>
                </a:lnTo>
                <a:lnTo>
                  <a:pt x="3580450" y="250341"/>
                </a:lnTo>
                <a:lnTo>
                  <a:pt x="3539168" y="212002"/>
                </a:lnTo>
                <a:lnTo>
                  <a:pt x="3500200" y="186401"/>
                </a:lnTo>
                <a:lnTo>
                  <a:pt x="3454187" y="149925"/>
                </a:lnTo>
                <a:lnTo>
                  <a:pt x="3410390" y="126226"/>
                </a:lnTo>
                <a:lnTo>
                  <a:pt x="3364106" y="103506"/>
                </a:lnTo>
                <a:lnTo>
                  <a:pt x="3315285" y="81786"/>
                </a:lnTo>
                <a:lnTo>
                  <a:pt x="3263879" y="61083"/>
                </a:lnTo>
                <a:lnTo>
                  <a:pt x="3214493" y="53235"/>
                </a:lnTo>
                <a:lnTo>
                  <a:pt x="3166108" y="44992"/>
                </a:lnTo>
                <a:lnTo>
                  <a:pt x="3119909" y="49538"/>
                </a:lnTo>
                <a:lnTo>
                  <a:pt x="3067053" y="43056"/>
                </a:lnTo>
                <a:lnTo>
                  <a:pt x="3017311" y="48997"/>
                </a:lnTo>
                <a:lnTo>
                  <a:pt x="2971151" y="67177"/>
                </a:lnTo>
                <a:lnTo>
                  <a:pt x="2919730" y="73780"/>
                </a:lnTo>
                <a:lnTo>
                  <a:pt x="3084949" y="8709"/>
                </a:lnTo>
                <a:lnTo>
                  <a:pt x="3176377" y="0"/>
                </a:lnTo>
                <a:lnTo>
                  <a:pt x="3225516" y="7945"/>
                </a:lnTo>
                <a:lnTo>
                  <a:pt x="3268958" y="4485"/>
                </a:lnTo>
                <a:lnTo>
                  <a:pt x="3315839" y="13320"/>
                </a:lnTo>
                <a:lnTo>
                  <a:pt x="3361336" y="22700"/>
                </a:lnTo>
                <a:lnTo>
                  <a:pt x="3405281" y="32692"/>
                </a:lnTo>
                <a:lnTo>
                  <a:pt x="3447503" y="43362"/>
                </a:lnTo>
                <a:lnTo>
                  <a:pt x="3487833" y="54777"/>
                </a:lnTo>
                <a:lnTo>
                  <a:pt x="3526102" y="67004"/>
                </a:lnTo>
                <a:lnTo>
                  <a:pt x="3569406" y="77247"/>
                </a:lnTo>
                <a:lnTo>
                  <a:pt x="3615407" y="100079"/>
                </a:lnTo>
                <a:lnTo>
                  <a:pt x="3659444" y="123683"/>
                </a:lnTo>
                <a:lnTo>
                  <a:pt x="3687489" y="139937"/>
                </a:lnTo>
                <a:lnTo>
                  <a:pt x="3610934" y="170088"/>
                </a:lnTo>
                <a:lnTo>
                  <a:pt x="3652468" y="208328"/>
                </a:lnTo>
                <a:lnTo>
                  <a:pt x="3687329" y="235547"/>
                </a:lnTo>
                <a:lnTo>
                  <a:pt x="3724864" y="275361"/>
                </a:lnTo>
                <a:lnTo>
                  <a:pt x="3760463" y="315939"/>
                </a:lnTo>
                <a:lnTo>
                  <a:pt x="3789513" y="345446"/>
                </a:lnTo>
                <a:lnTo>
                  <a:pt x="3821362" y="387500"/>
                </a:lnTo>
                <a:lnTo>
                  <a:pt x="3851399" y="430268"/>
                </a:lnTo>
                <a:lnTo>
                  <a:pt x="3879664" y="473734"/>
                </a:lnTo>
                <a:lnTo>
                  <a:pt x="3906201" y="517881"/>
                </a:lnTo>
                <a:lnTo>
                  <a:pt x="3931049" y="562692"/>
                </a:lnTo>
                <a:lnTo>
                  <a:pt x="3954252" y="608152"/>
                </a:lnTo>
                <a:lnTo>
                  <a:pt x="3975849" y="654244"/>
                </a:lnTo>
                <a:lnTo>
                  <a:pt x="3995883" y="700952"/>
                </a:lnTo>
                <a:lnTo>
                  <a:pt x="4014395" y="748259"/>
                </a:lnTo>
                <a:lnTo>
                  <a:pt x="4031427" y="796149"/>
                </a:lnTo>
                <a:lnTo>
                  <a:pt x="4047020" y="844605"/>
                </a:lnTo>
                <a:lnTo>
                  <a:pt x="4061216" y="893612"/>
                </a:lnTo>
                <a:lnTo>
                  <a:pt x="4072047" y="936671"/>
                </a:lnTo>
                <a:lnTo>
                  <a:pt x="4072794" y="943650"/>
                </a:lnTo>
                <a:lnTo>
                  <a:pt x="4169900" y="905405"/>
                </a:lnTo>
                <a:lnTo>
                  <a:pt x="4174303" y="944620"/>
                </a:lnTo>
                <a:lnTo>
                  <a:pt x="4173406" y="985922"/>
                </a:lnTo>
                <a:lnTo>
                  <a:pt x="4173770" y="1040376"/>
                </a:lnTo>
                <a:lnTo>
                  <a:pt x="4172380" y="1095521"/>
                </a:lnTo>
                <a:lnTo>
                  <a:pt x="4169287" y="1151337"/>
                </a:lnTo>
                <a:lnTo>
                  <a:pt x="4159892" y="1195986"/>
                </a:lnTo>
                <a:lnTo>
                  <a:pt x="4153553" y="1253081"/>
                </a:lnTo>
                <a:lnTo>
                  <a:pt x="4141016" y="1298967"/>
                </a:lnTo>
                <a:lnTo>
                  <a:pt x="4131642" y="1357257"/>
                </a:lnTo>
                <a:lnTo>
                  <a:pt x="4116174" y="1404297"/>
                </a:lnTo>
                <a:lnTo>
                  <a:pt x="4099320" y="1451883"/>
                </a:lnTo>
                <a:lnTo>
                  <a:pt x="4081133" y="1499995"/>
                </a:lnTo>
                <a:lnTo>
                  <a:pt x="4057010" y="1536795"/>
                </a:lnTo>
                <a:lnTo>
                  <a:pt x="4036312" y="1585895"/>
                </a:lnTo>
                <a:lnTo>
                  <a:pt x="4014439" y="1635458"/>
                </a:lnTo>
                <a:lnTo>
                  <a:pt x="3991308" y="1671867"/>
                </a:lnTo>
                <a:lnTo>
                  <a:pt x="3966844" y="1708801"/>
                </a:lnTo>
                <a:lnTo>
                  <a:pt x="3954010" y="1727505"/>
                </a:lnTo>
                <a:close/>
              </a:path>
              <a:path w="6544309" h="2241550">
                <a:moveTo>
                  <a:pt x="4169900" y="905405"/>
                </a:moveTo>
                <a:lnTo>
                  <a:pt x="4073712" y="943289"/>
                </a:lnTo>
                <a:lnTo>
                  <a:pt x="4072047" y="936671"/>
                </a:lnTo>
                <a:lnTo>
                  <a:pt x="4067183" y="891262"/>
                </a:lnTo>
                <a:lnTo>
                  <a:pt x="4059493" y="839693"/>
                </a:lnTo>
                <a:lnTo>
                  <a:pt x="4049659" y="788968"/>
                </a:lnTo>
                <a:lnTo>
                  <a:pt x="4037616" y="739113"/>
                </a:lnTo>
                <a:lnTo>
                  <a:pt x="4023300" y="690153"/>
                </a:lnTo>
                <a:lnTo>
                  <a:pt x="4006648" y="642114"/>
                </a:lnTo>
                <a:lnTo>
                  <a:pt x="3992247" y="606837"/>
                </a:lnTo>
                <a:lnTo>
                  <a:pt x="3970726" y="560715"/>
                </a:lnTo>
                <a:lnTo>
                  <a:pt x="3946674" y="515590"/>
                </a:lnTo>
                <a:lnTo>
                  <a:pt x="3920026" y="471487"/>
                </a:lnTo>
                <a:lnTo>
                  <a:pt x="3890719" y="428432"/>
                </a:lnTo>
                <a:lnTo>
                  <a:pt x="3858688" y="386449"/>
                </a:lnTo>
                <a:lnTo>
                  <a:pt x="3823867" y="345565"/>
                </a:lnTo>
                <a:lnTo>
                  <a:pt x="3785919" y="305913"/>
                </a:lnTo>
                <a:lnTo>
                  <a:pt x="3745038" y="267416"/>
                </a:lnTo>
                <a:lnTo>
                  <a:pt x="3706026" y="241832"/>
                </a:lnTo>
                <a:lnTo>
                  <a:pt x="3659723" y="205470"/>
                </a:lnTo>
                <a:lnTo>
                  <a:pt x="3610934" y="170088"/>
                </a:lnTo>
                <a:lnTo>
                  <a:pt x="3687489" y="139937"/>
                </a:lnTo>
                <a:lnTo>
                  <a:pt x="3701511" y="148064"/>
                </a:lnTo>
                <a:lnTo>
                  <a:pt x="3741599" y="173224"/>
                </a:lnTo>
                <a:lnTo>
                  <a:pt x="3779703" y="199165"/>
                </a:lnTo>
                <a:lnTo>
                  <a:pt x="3820470" y="237707"/>
                </a:lnTo>
                <a:lnTo>
                  <a:pt x="3854585" y="265220"/>
                </a:lnTo>
                <a:lnTo>
                  <a:pt x="3886694" y="293522"/>
                </a:lnTo>
                <a:lnTo>
                  <a:pt x="3921446" y="334433"/>
                </a:lnTo>
                <a:lnTo>
                  <a:pt x="3949526" y="364322"/>
                </a:lnTo>
                <a:lnTo>
                  <a:pt x="3980234" y="406826"/>
                </a:lnTo>
                <a:lnTo>
                  <a:pt x="4008910" y="450130"/>
                </a:lnTo>
                <a:lnTo>
                  <a:pt x="4030892" y="482421"/>
                </a:lnTo>
                <a:lnTo>
                  <a:pt x="4055483" y="527334"/>
                </a:lnTo>
                <a:lnTo>
                  <a:pt x="4078021" y="573055"/>
                </a:lnTo>
                <a:lnTo>
                  <a:pt x="4093846" y="607771"/>
                </a:lnTo>
                <a:lnTo>
                  <a:pt x="4103052" y="631444"/>
                </a:lnTo>
                <a:lnTo>
                  <a:pt x="4112258" y="655118"/>
                </a:lnTo>
                <a:lnTo>
                  <a:pt x="4128597" y="703280"/>
                </a:lnTo>
                <a:lnTo>
                  <a:pt x="4142857" y="752262"/>
                </a:lnTo>
                <a:lnTo>
                  <a:pt x="4150375" y="790250"/>
                </a:lnTo>
                <a:lnTo>
                  <a:pt x="4160454" y="840878"/>
                </a:lnTo>
                <a:lnTo>
                  <a:pt x="4168432" y="892334"/>
                </a:lnTo>
                <a:lnTo>
                  <a:pt x="4169900" y="905405"/>
                </a:lnTo>
                <a:close/>
              </a:path>
              <a:path w="6544309" h="2241550">
                <a:moveTo>
                  <a:pt x="3939868" y="1787673"/>
                </a:moveTo>
                <a:lnTo>
                  <a:pt x="3763966" y="1856951"/>
                </a:lnTo>
                <a:lnTo>
                  <a:pt x="3770535" y="1840714"/>
                </a:lnTo>
                <a:lnTo>
                  <a:pt x="3781683" y="1836324"/>
                </a:lnTo>
                <a:lnTo>
                  <a:pt x="3788113" y="1820142"/>
                </a:lnTo>
                <a:lnTo>
                  <a:pt x="3799142" y="1815798"/>
                </a:lnTo>
                <a:lnTo>
                  <a:pt x="3751108" y="1807417"/>
                </a:lnTo>
                <a:lnTo>
                  <a:pt x="3699497" y="1786796"/>
                </a:lnTo>
                <a:lnTo>
                  <a:pt x="3653620" y="1777565"/>
                </a:lnTo>
                <a:lnTo>
                  <a:pt x="3608825" y="1767908"/>
                </a:lnTo>
                <a:lnTo>
                  <a:pt x="3560461" y="1746008"/>
                </a:lnTo>
                <a:lnTo>
                  <a:pt x="3517840" y="1735495"/>
                </a:lnTo>
                <a:lnTo>
                  <a:pt x="3471654" y="1712737"/>
                </a:lnTo>
                <a:lnTo>
                  <a:pt x="3426562" y="1689548"/>
                </a:lnTo>
                <a:lnTo>
                  <a:pt x="3387219" y="1677744"/>
                </a:lnTo>
                <a:lnTo>
                  <a:pt x="3344321" y="1653691"/>
                </a:lnTo>
                <a:lnTo>
                  <a:pt x="3302523" y="1629204"/>
                </a:lnTo>
                <a:lnTo>
                  <a:pt x="3257175" y="1592466"/>
                </a:lnTo>
                <a:lnTo>
                  <a:pt x="3217586" y="1567110"/>
                </a:lnTo>
                <a:lnTo>
                  <a:pt x="3179107" y="1541316"/>
                </a:lnTo>
                <a:lnTo>
                  <a:pt x="3137084" y="1503269"/>
                </a:lnTo>
                <a:lnTo>
                  <a:pt x="3100830" y="1476599"/>
                </a:lnTo>
                <a:lnTo>
                  <a:pt x="3061038" y="1437673"/>
                </a:lnTo>
                <a:lnTo>
                  <a:pt x="3027018" y="1410123"/>
                </a:lnTo>
                <a:lnTo>
                  <a:pt x="2989467" y="1370314"/>
                </a:lnTo>
                <a:lnTo>
                  <a:pt x="2953128" y="1330028"/>
                </a:lnTo>
                <a:lnTo>
                  <a:pt x="2921916" y="1301372"/>
                </a:lnTo>
                <a:lnTo>
                  <a:pt x="2886624" y="1260674"/>
                </a:lnTo>
                <a:lnTo>
                  <a:pt x="2852001" y="1219712"/>
                </a:lnTo>
                <a:lnTo>
                  <a:pt x="2818147" y="1178448"/>
                </a:lnTo>
                <a:lnTo>
                  <a:pt x="2785160" y="1136842"/>
                </a:lnTo>
                <a:lnTo>
                  <a:pt x="2757791" y="1106672"/>
                </a:lnTo>
                <a:lnTo>
                  <a:pt x="2726832" y="1064268"/>
                </a:lnTo>
                <a:lnTo>
                  <a:pt x="2817003" y="1028754"/>
                </a:lnTo>
                <a:lnTo>
                  <a:pt x="2825273" y="1039146"/>
                </a:lnTo>
                <a:lnTo>
                  <a:pt x="2855325" y="1081908"/>
                </a:lnTo>
                <a:lnTo>
                  <a:pt x="2885717" y="1124537"/>
                </a:lnTo>
                <a:lnTo>
                  <a:pt x="2911545" y="1155313"/>
                </a:lnTo>
                <a:lnTo>
                  <a:pt x="2944443" y="1196954"/>
                </a:lnTo>
                <a:lnTo>
                  <a:pt x="2973405" y="1226496"/>
                </a:lnTo>
                <a:lnTo>
                  <a:pt x="3007778" y="1267556"/>
                </a:lnTo>
                <a:lnTo>
                  <a:pt x="3042948" y="1308303"/>
                </a:lnTo>
                <a:lnTo>
                  <a:pt x="3074301" y="1336903"/>
                </a:lnTo>
                <a:lnTo>
                  <a:pt x="3111184" y="1376974"/>
                </a:lnTo>
                <a:lnTo>
                  <a:pt x="3144331" y="1404868"/>
                </a:lnTo>
                <a:lnTo>
                  <a:pt x="3183088" y="1444202"/>
                </a:lnTo>
                <a:lnTo>
                  <a:pt x="3218187" y="1471327"/>
                </a:lnTo>
                <a:lnTo>
                  <a:pt x="3258976" y="1509860"/>
                </a:lnTo>
                <a:lnTo>
                  <a:pt x="3296188" y="1536152"/>
                </a:lnTo>
                <a:lnTo>
                  <a:pt x="3334516" y="1562006"/>
                </a:lnTo>
                <a:lnTo>
                  <a:pt x="3373999" y="1587404"/>
                </a:lnTo>
                <a:lnTo>
                  <a:pt x="3414678" y="1612331"/>
                </a:lnTo>
                <a:lnTo>
                  <a:pt x="3456593" y="1636772"/>
                </a:lnTo>
                <a:lnTo>
                  <a:pt x="3499783" y="1660710"/>
                </a:lnTo>
                <a:lnTo>
                  <a:pt x="3544288" y="1684130"/>
                </a:lnTo>
                <a:lnTo>
                  <a:pt x="3590149" y="1707017"/>
                </a:lnTo>
                <a:lnTo>
                  <a:pt x="3632750" y="1717537"/>
                </a:lnTo>
                <a:lnTo>
                  <a:pt x="3681440" y="1739309"/>
                </a:lnTo>
                <a:lnTo>
                  <a:pt x="3726951" y="1748684"/>
                </a:lnTo>
                <a:lnTo>
                  <a:pt x="3778631" y="1769278"/>
                </a:lnTo>
                <a:lnTo>
                  <a:pt x="3827211" y="1777444"/>
                </a:lnTo>
                <a:lnTo>
                  <a:pt x="3954010" y="1727505"/>
                </a:lnTo>
                <a:lnTo>
                  <a:pt x="3941176" y="1746209"/>
                </a:lnTo>
                <a:lnTo>
                  <a:pt x="3914434" y="1784040"/>
                </a:lnTo>
                <a:lnTo>
                  <a:pt x="3939868" y="1787673"/>
                </a:lnTo>
                <a:close/>
              </a:path>
              <a:path w="6544309" h="2241550">
                <a:moveTo>
                  <a:pt x="4073712" y="943289"/>
                </a:moveTo>
                <a:lnTo>
                  <a:pt x="4072794" y="943650"/>
                </a:lnTo>
                <a:lnTo>
                  <a:pt x="4072047" y="936671"/>
                </a:lnTo>
                <a:lnTo>
                  <a:pt x="4073712" y="943289"/>
                </a:lnTo>
                <a:close/>
              </a:path>
              <a:path w="6544309" h="2241550">
                <a:moveTo>
                  <a:pt x="5618978" y="607681"/>
                </a:moveTo>
                <a:lnTo>
                  <a:pt x="5451071" y="673811"/>
                </a:lnTo>
                <a:lnTo>
                  <a:pt x="5448637" y="661120"/>
                </a:lnTo>
                <a:lnTo>
                  <a:pt x="5566471" y="614711"/>
                </a:lnTo>
                <a:lnTo>
                  <a:pt x="5618978" y="607681"/>
                </a:lnTo>
                <a:close/>
              </a:path>
              <a:path w="6544309" h="2241550">
                <a:moveTo>
                  <a:pt x="5718089" y="582296"/>
                </a:moveTo>
                <a:lnTo>
                  <a:pt x="5460144" y="683887"/>
                </a:lnTo>
                <a:lnTo>
                  <a:pt x="5453161" y="672988"/>
                </a:lnTo>
                <a:lnTo>
                  <a:pt x="5666413" y="588999"/>
                </a:lnTo>
                <a:lnTo>
                  <a:pt x="5718089" y="582296"/>
                </a:lnTo>
                <a:close/>
              </a:path>
              <a:path w="6544309" h="2241550">
                <a:moveTo>
                  <a:pt x="6016462" y="1051711"/>
                </a:moveTo>
                <a:lnTo>
                  <a:pt x="5597901" y="1216560"/>
                </a:lnTo>
                <a:lnTo>
                  <a:pt x="6015758" y="915494"/>
                </a:lnTo>
                <a:lnTo>
                  <a:pt x="6052435" y="873750"/>
                </a:lnTo>
                <a:lnTo>
                  <a:pt x="6216886" y="754383"/>
                </a:lnTo>
                <a:lnTo>
                  <a:pt x="6253122" y="712813"/>
                </a:lnTo>
                <a:lnTo>
                  <a:pt x="6375247" y="623766"/>
                </a:lnTo>
                <a:lnTo>
                  <a:pt x="6324425" y="630133"/>
                </a:lnTo>
                <a:lnTo>
                  <a:pt x="6269136" y="624609"/>
                </a:lnTo>
                <a:lnTo>
                  <a:pt x="6118059" y="643162"/>
                </a:lnTo>
                <a:lnTo>
                  <a:pt x="6063223" y="637459"/>
                </a:lnTo>
                <a:lnTo>
                  <a:pt x="5962948" y="649654"/>
                </a:lnTo>
                <a:lnTo>
                  <a:pt x="5908141" y="643940"/>
                </a:lnTo>
                <a:lnTo>
                  <a:pt x="5757269" y="662412"/>
                </a:lnTo>
                <a:lnTo>
                  <a:pt x="5702089" y="656845"/>
                </a:lnTo>
                <a:lnTo>
                  <a:pt x="5498011" y="682623"/>
                </a:lnTo>
                <a:lnTo>
                  <a:pt x="5482397" y="688772"/>
                </a:lnTo>
                <a:lnTo>
                  <a:pt x="5466729" y="681293"/>
                </a:lnTo>
                <a:lnTo>
                  <a:pt x="5764705" y="563937"/>
                </a:lnTo>
                <a:lnTo>
                  <a:pt x="5866048" y="551322"/>
                </a:lnTo>
                <a:lnTo>
                  <a:pt x="5671429" y="627972"/>
                </a:lnTo>
                <a:lnTo>
                  <a:pt x="5721778" y="621792"/>
                </a:lnTo>
                <a:lnTo>
                  <a:pt x="5722615" y="621462"/>
                </a:lnTo>
                <a:lnTo>
                  <a:pt x="5778301" y="626830"/>
                </a:lnTo>
                <a:lnTo>
                  <a:pt x="5930775" y="607727"/>
                </a:lnTo>
                <a:lnTo>
                  <a:pt x="6036856" y="606896"/>
                </a:lnTo>
                <a:lnTo>
                  <a:pt x="6087592" y="600563"/>
                </a:lnTo>
                <a:lnTo>
                  <a:pt x="6143037" y="606025"/>
                </a:lnTo>
                <a:lnTo>
                  <a:pt x="6296037" y="586715"/>
                </a:lnTo>
                <a:lnTo>
                  <a:pt x="6351999" y="591974"/>
                </a:lnTo>
                <a:lnTo>
                  <a:pt x="6445499" y="555149"/>
                </a:lnTo>
                <a:lnTo>
                  <a:pt x="6521426" y="566194"/>
                </a:lnTo>
                <a:lnTo>
                  <a:pt x="6522572" y="565743"/>
                </a:lnTo>
                <a:lnTo>
                  <a:pt x="6527914" y="577288"/>
                </a:lnTo>
                <a:lnTo>
                  <a:pt x="6535595" y="574263"/>
                </a:lnTo>
                <a:lnTo>
                  <a:pt x="6543918" y="584635"/>
                </a:lnTo>
                <a:lnTo>
                  <a:pt x="6538071" y="586937"/>
                </a:lnTo>
                <a:lnTo>
                  <a:pt x="6514975" y="636982"/>
                </a:lnTo>
                <a:lnTo>
                  <a:pt x="6400924" y="681901"/>
                </a:lnTo>
                <a:lnTo>
                  <a:pt x="6245260" y="797806"/>
                </a:lnTo>
                <a:lnTo>
                  <a:pt x="6210797" y="838678"/>
                </a:lnTo>
                <a:lnTo>
                  <a:pt x="6014039" y="984418"/>
                </a:lnTo>
                <a:lnTo>
                  <a:pt x="6283044" y="878472"/>
                </a:lnTo>
                <a:lnTo>
                  <a:pt x="6239753" y="909171"/>
                </a:lnTo>
                <a:lnTo>
                  <a:pt x="6191649" y="928117"/>
                </a:lnTo>
                <a:lnTo>
                  <a:pt x="6016462" y="1051711"/>
                </a:lnTo>
                <a:close/>
              </a:path>
              <a:path w="6544309" h="2241550">
                <a:moveTo>
                  <a:pt x="5722615" y="621462"/>
                </a:moveTo>
                <a:lnTo>
                  <a:pt x="5721778" y="621792"/>
                </a:lnTo>
                <a:lnTo>
                  <a:pt x="5671429" y="627972"/>
                </a:lnTo>
                <a:lnTo>
                  <a:pt x="5722615" y="621462"/>
                </a:lnTo>
                <a:close/>
              </a:path>
              <a:path w="6544309" h="2241550">
                <a:moveTo>
                  <a:pt x="6445499" y="555149"/>
                </a:moveTo>
                <a:lnTo>
                  <a:pt x="6351999" y="591974"/>
                </a:lnTo>
                <a:lnTo>
                  <a:pt x="6201279" y="569437"/>
                </a:lnTo>
                <a:lnTo>
                  <a:pt x="6155058" y="573992"/>
                </a:lnTo>
                <a:lnTo>
                  <a:pt x="6103841" y="566864"/>
                </a:lnTo>
                <a:lnTo>
                  <a:pt x="6009624" y="576672"/>
                </a:lnTo>
                <a:lnTo>
                  <a:pt x="5957285" y="569987"/>
                </a:lnTo>
                <a:lnTo>
                  <a:pt x="5909194" y="575278"/>
                </a:lnTo>
                <a:lnTo>
                  <a:pt x="5865337" y="592551"/>
                </a:lnTo>
                <a:lnTo>
                  <a:pt x="5766991" y="603985"/>
                </a:lnTo>
                <a:lnTo>
                  <a:pt x="5722615" y="621462"/>
                </a:lnTo>
                <a:lnTo>
                  <a:pt x="5671429" y="627972"/>
                </a:lnTo>
                <a:lnTo>
                  <a:pt x="5866048" y="551322"/>
                </a:lnTo>
                <a:lnTo>
                  <a:pt x="6064105" y="527916"/>
                </a:lnTo>
                <a:lnTo>
                  <a:pt x="6117343" y="534248"/>
                </a:lnTo>
                <a:lnTo>
                  <a:pt x="6165566" y="528905"/>
                </a:lnTo>
                <a:lnTo>
                  <a:pt x="6270260" y="542270"/>
                </a:lnTo>
                <a:lnTo>
                  <a:pt x="6317434" y="537339"/>
                </a:lnTo>
                <a:lnTo>
                  <a:pt x="6445499" y="555149"/>
                </a:lnTo>
                <a:close/>
              </a:path>
              <a:path w="6544309" h="2241550">
                <a:moveTo>
                  <a:pt x="6061842" y="1593467"/>
                </a:moveTo>
                <a:lnTo>
                  <a:pt x="6025320" y="1594202"/>
                </a:lnTo>
                <a:lnTo>
                  <a:pt x="5995289" y="1592380"/>
                </a:lnTo>
                <a:lnTo>
                  <a:pt x="5987034" y="1581982"/>
                </a:lnTo>
                <a:lnTo>
                  <a:pt x="6047375" y="1435371"/>
                </a:lnTo>
                <a:lnTo>
                  <a:pt x="6072096" y="1398336"/>
                </a:lnTo>
                <a:lnTo>
                  <a:pt x="6132195" y="1251821"/>
                </a:lnTo>
                <a:lnTo>
                  <a:pt x="6281483" y="933684"/>
                </a:lnTo>
                <a:lnTo>
                  <a:pt x="6326163" y="847840"/>
                </a:lnTo>
                <a:lnTo>
                  <a:pt x="6100431" y="936743"/>
                </a:lnTo>
                <a:lnTo>
                  <a:pt x="6342522" y="759500"/>
                </a:lnTo>
                <a:lnTo>
                  <a:pt x="6377671" y="718358"/>
                </a:lnTo>
                <a:lnTo>
                  <a:pt x="6400924" y="681901"/>
                </a:lnTo>
                <a:lnTo>
                  <a:pt x="6514975" y="636982"/>
                </a:lnTo>
                <a:lnTo>
                  <a:pt x="6476588" y="720348"/>
                </a:lnTo>
                <a:lnTo>
                  <a:pt x="6473837" y="721432"/>
                </a:lnTo>
                <a:lnTo>
                  <a:pt x="6389490" y="918445"/>
                </a:lnTo>
                <a:lnTo>
                  <a:pt x="6232825" y="1239487"/>
                </a:lnTo>
                <a:lnTo>
                  <a:pt x="6127293" y="1485793"/>
                </a:lnTo>
                <a:lnTo>
                  <a:pt x="6101467" y="1523263"/>
                </a:lnTo>
                <a:lnTo>
                  <a:pt x="6080265" y="1572562"/>
                </a:lnTo>
                <a:lnTo>
                  <a:pt x="6061842" y="1593467"/>
                </a:lnTo>
                <a:close/>
              </a:path>
              <a:path w="6544309" h="2241550">
                <a:moveTo>
                  <a:pt x="6283044" y="878472"/>
                </a:moveTo>
                <a:lnTo>
                  <a:pt x="6014039" y="984418"/>
                </a:lnTo>
                <a:lnTo>
                  <a:pt x="6054964" y="954651"/>
                </a:lnTo>
                <a:lnTo>
                  <a:pt x="6326163" y="847840"/>
                </a:lnTo>
                <a:lnTo>
                  <a:pt x="6283044" y="878472"/>
                </a:lnTo>
                <a:close/>
              </a:path>
              <a:path w="6544309" h="2241550">
                <a:moveTo>
                  <a:pt x="5292486" y="1459692"/>
                </a:moveTo>
                <a:lnTo>
                  <a:pt x="4459183" y="1787885"/>
                </a:lnTo>
                <a:lnTo>
                  <a:pt x="4111440" y="1829296"/>
                </a:lnTo>
                <a:lnTo>
                  <a:pt x="4057060" y="1837063"/>
                </a:lnTo>
                <a:lnTo>
                  <a:pt x="3999338" y="1832498"/>
                </a:lnTo>
                <a:lnTo>
                  <a:pt x="3942905" y="1827425"/>
                </a:lnTo>
                <a:lnTo>
                  <a:pt x="3887741" y="1821852"/>
                </a:lnTo>
                <a:lnTo>
                  <a:pt x="3965302" y="1791305"/>
                </a:lnTo>
                <a:lnTo>
                  <a:pt x="4016770" y="1798333"/>
                </a:lnTo>
                <a:lnTo>
                  <a:pt x="4064149" y="1793323"/>
                </a:lnTo>
                <a:lnTo>
                  <a:pt x="4116707" y="1799922"/>
                </a:lnTo>
                <a:lnTo>
                  <a:pt x="4362816" y="1771240"/>
                </a:lnTo>
                <a:lnTo>
                  <a:pt x="4408441" y="1753272"/>
                </a:lnTo>
                <a:lnTo>
                  <a:pt x="4509755" y="1740668"/>
                </a:lnTo>
                <a:lnTo>
                  <a:pt x="4602523" y="1704132"/>
                </a:lnTo>
                <a:lnTo>
                  <a:pt x="4653753" y="1697605"/>
                </a:lnTo>
                <a:lnTo>
                  <a:pt x="5335392" y="1429144"/>
                </a:lnTo>
                <a:lnTo>
                  <a:pt x="5292486" y="1459692"/>
                </a:lnTo>
                <a:close/>
              </a:path>
              <a:path w="6544309" h="2241550">
                <a:moveTo>
                  <a:pt x="4508791" y="1781996"/>
                </a:moveTo>
                <a:lnTo>
                  <a:pt x="4241551" y="1887248"/>
                </a:lnTo>
                <a:lnTo>
                  <a:pt x="4045329" y="1909931"/>
                </a:lnTo>
                <a:lnTo>
                  <a:pt x="3986684" y="1905729"/>
                </a:lnTo>
                <a:lnTo>
                  <a:pt x="3934101" y="1912789"/>
                </a:lnTo>
                <a:lnTo>
                  <a:pt x="3878262" y="1907482"/>
                </a:lnTo>
                <a:lnTo>
                  <a:pt x="3823809" y="1901630"/>
                </a:lnTo>
                <a:lnTo>
                  <a:pt x="3892506" y="1874574"/>
                </a:lnTo>
                <a:lnTo>
                  <a:pt x="3920226" y="1877305"/>
                </a:lnTo>
                <a:lnTo>
                  <a:pt x="4015444" y="1867103"/>
                </a:lnTo>
                <a:lnTo>
                  <a:pt x="4068568" y="1873480"/>
                </a:lnTo>
                <a:lnTo>
                  <a:pt x="4216899" y="1856009"/>
                </a:lnTo>
                <a:lnTo>
                  <a:pt x="4262516" y="1838042"/>
                </a:lnTo>
                <a:lnTo>
                  <a:pt x="4364035" y="1825359"/>
                </a:lnTo>
                <a:lnTo>
                  <a:pt x="4457257" y="1788643"/>
                </a:lnTo>
                <a:lnTo>
                  <a:pt x="4508791" y="1781996"/>
                </a:lnTo>
                <a:close/>
              </a:path>
              <a:path w="6544309" h="2241550">
                <a:moveTo>
                  <a:pt x="5787371" y="1182886"/>
                </a:moveTo>
                <a:lnTo>
                  <a:pt x="5423909" y="1326034"/>
                </a:lnTo>
                <a:lnTo>
                  <a:pt x="5551025" y="1235022"/>
                </a:lnTo>
                <a:lnTo>
                  <a:pt x="5967719" y="1070908"/>
                </a:lnTo>
                <a:lnTo>
                  <a:pt x="5923535" y="1101960"/>
                </a:lnTo>
                <a:lnTo>
                  <a:pt x="5874613" y="1121227"/>
                </a:lnTo>
                <a:lnTo>
                  <a:pt x="5787371" y="1182886"/>
                </a:lnTo>
                <a:close/>
              </a:path>
              <a:path w="6544309" h="2241550">
                <a:moveTo>
                  <a:pt x="5473339" y="1361164"/>
                </a:moveTo>
                <a:lnTo>
                  <a:pt x="5067346" y="1521063"/>
                </a:lnTo>
                <a:lnTo>
                  <a:pt x="5108376" y="1491254"/>
                </a:lnTo>
                <a:lnTo>
                  <a:pt x="5201290" y="1454660"/>
                </a:lnTo>
                <a:lnTo>
                  <a:pt x="5244094" y="1424153"/>
                </a:lnTo>
                <a:lnTo>
                  <a:pt x="5291481" y="1405490"/>
                </a:lnTo>
                <a:lnTo>
                  <a:pt x="5376736" y="1344613"/>
                </a:lnTo>
                <a:lnTo>
                  <a:pt x="5739830" y="1201610"/>
                </a:lnTo>
                <a:lnTo>
                  <a:pt x="5696955" y="1232146"/>
                </a:lnTo>
                <a:lnTo>
                  <a:pt x="5649434" y="1250862"/>
                </a:lnTo>
                <a:lnTo>
                  <a:pt x="5606573" y="1281392"/>
                </a:lnTo>
                <a:lnTo>
                  <a:pt x="5516202" y="1330634"/>
                </a:lnTo>
                <a:lnTo>
                  <a:pt x="5473339" y="1361164"/>
                </a:lnTo>
                <a:close/>
              </a:path>
              <a:path w="6544309" h="2241550">
                <a:moveTo>
                  <a:pt x="5382938" y="1410418"/>
                </a:moveTo>
                <a:lnTo>
                  <a:pt x="4933556" y="1587406"/>
                </a:lnTo>
                <a:lnTo>
                  <a:pt x="4975245" y="1557337"/>
                </a:lnTo>
                <a:lnTo>
                  <a:pt x="5425816" y="1379881"/>
                </a:lnTo>
                <a:lnTo>
                  <a:pt x="5382938" y="1410418"/>
                </a:lnTo>
                <a:close/>
              </a:path>
              <a:path w="6544309" h="2241550">
                <a:moveTo>
                  <a:pt x="5201960" y="1508995"/>
                </a:moveTo>
                <a:lnTo>
                  <a:pt x="4555793" y="1763485"/>
                </a:lnTo>
                <a:lnTo>
                  <a:pt x="4505083" y="1769807"/>
                </a:lnTo>
                <a:lnTo>
                  <a:pt x="5244907" y="1478431"/>
                </a:lnTo>
                <a:lnTo>
                  <a:pt x="5201960" y="1508995"/>
                </a:lnTo>
                <a:close/>
              </a:path>
              <a:path w="6544309" h="2241550">
                <a:moveTo>
                  <a:pt x="5116110" y="1556456"/>
                </a:moveTo>
                <a:lnTo>
                  <a:pt x="4336428" y="1863530"/>
                </a:lnTo>
                <a:lnTo>
                  <a:pt x="4286562" y="1869521"/>
                </a:lnTo>
                <a:lnTo>
                  <a:pt x="5156802" y="1526780"/>
                </a:lnTo>
                <a:lnTo>
                  <a:pt x="5116110" y="1556456"/>
                </a:lnTo>
                <a:close/>
              </a:path>
              <a:path w="6544309" h="2241550">
                <a:moveTo>
                  <a:pt x="5029592" y="1604180"/>
                </a:moveTo>
                <a:lnTo>
                  <a:pt x="4432031" y="1839527"/>
                </a:lnTo>
                <a:lnTo>
                  <a:pt x="4381822" y="1845652"/>
                </a:lnTo>
                <a:lnTo>
                  <a:pt x="5070598" y="1574381"/>
                </a:lnTo>
                <a:lnTo>
                  <a:pt x="5029592" y="1604180"/>
                </a:lnTo>
                <a:close/>
              </a:path>
              <a:path w="6544309" h="2241550">
                <a:moveTo>
                  <a:pt x="4850556" y="1688342"/>
                </a:moveTo>
                <a:lnTo>
                  <a:pt x="4528198" y="1815302"/>
                </a:lnTo>
                <a:lnTo>
                  <a:pt x="4477728" y="1821530"/>
                </a:lnTo>
                <a:lnTo>
                  <a:pt x="4891942" y="1658393"/>
                </a:lnTo>
                <a:lnTo>
                  <a:pt x="4850556" y="1688342"/>
                </a:lnTo>
                <a:close/>
              </a:path>
            </a:pathLst>
          </a:custGeom>
          <a:solidFill>
            <a:srgbClr val="BCFF7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28378" y="500690"/>
            <a:ext cx="2338705" cy="2933700"/>
          </a:xfrm>
          <a:custGeom>
            <a:avLst/>
            <a:gdLst/>
            <a:ahLst/>
            <a:cxnLst/>
            <a:rect l="l" t="t" r="r" b="b"/>
            <a:pathLst>
              <a:path w="2338704" h="2933700">
                <a:moveTo>
                  <a:pt x="403247" y="2806699"/>
                </a:moveTo>
                <a:lnTo>
                  <a:pt x="295871" y="2806699"/>
                </a:lnTo>
                <a:lnTo>
                  <a:pt x="287932" y="2844799"/>
                </a:lnTo>
                <a:lnTo>
                  <a:pt x="271395" y="2870199"/>
                </a:lnTo>
                <a:lnTo>
                  <a:pt x="262220" y="2908299"/>
                </a:lnTo>
                <a:lnTo>
                  <a:pt x="276367" y="2933699"/>
                </a:lnTo>
                <a:lnTo>
                  <a:pt x="289665" y="2933699"/>
                </a:lnTo>
                <a:lnTo>
                  <a:pt x="302590" y="2920999"/>
                </a:lnTo>
                <a:lnTo>
                  <a:pt x="314418" y="2908299"/>
                </a:lnTo>
                <a:lnTo>
                  <a:pt x="324428" y="2908299"/>
                </a:lnTo>
                <a:lnTo>
                  <a:pt x="358240" y="2857499"/>
                </a:lnTo>
                <a:lnTo>
                  <a:pt x="403247" y="2806699"/>
                </a:lnTo>
                <a:close/>
              </a:path>
              <a:path w="2338704" h="2933700">
                <a:moveTo>
                  <a:pt x="281300" y="2819399"/>
                </a:moveTo>
                <a:lnTo>
                  <a:pt x="98893" y="2819399"/>
                </a:lnTo>
                <a:lnTo>
                  <a:pt x="183497" y="2832099"/>
                </a:lnTo>
                <a:lnTo>
                  <a:pt x="137773" y="2920999"/>
                </a:lnTo>
                <a:lnTo>
                  <a:pt x="183705" y="2920999"/>
                </a:lnTo>
                <a:lnTo>
                  <a:pt x="216563" y="2895599"/>
                </a:lnTo>
                <a:lnTo>
                  <a:pt x="242265" y="2870199"/>
                </a:lnTo>
                <a:lnTo>
                  <a:pt x="266728" y="2832099"/>
                </a:lnTo>
                <a:lnTo>
                  <a:pt x="281300" y="2819399"/>
                </a:lnTo>
                <a:close/>
              </a:path>
              <a:path w="2338704" h="2933700">
                <a:moveTo>
                  <a:pt x="571812" y="304799"/>
                </a:moveTo>
                <a:lnTo>
                  <a:pt x="537288" y="330199"/>
                </a:lnTo>
                <a:lnTo>
                  <a:pt x="518665" y="368299"/>
                </a:lnTo>
                <a:lnTo>
                  <a:pt x="516072" y="406399"/>
                </a:lnTo>
                <a:lnTo>
                  <a:pt x="529635" y="444499"/>
                </a:lnTo>
                <a:lnTo>
                  <a:pt x="539213" y="469899"/>
                </a:lnTo>
                <a:lnTo>
                  <a:pt x="546567" y="495299"/>
                </a:lnTo>
                <a:lnTo>
                  <a:pt x="553063" y="533399"/>
                </a:lnTo>
                <a:lnTo>
                  <a:pt x="560067" y="558799"/>
                </a:lnTo>
                <a:lnTo>
                  <a:pt x="538061" y="571499"/>
                </a:lnTo>
                <a:lnTo>
                  <a:pt x="527772" y="596899"/>
                </a:lnTo>
                <a:lnTo>
                  <a:pt x="527087" y="634999"/>
                </a:lnTo>
                <a:lnTo>
                  <a:pt x="533893" y="660399"/>
                </a:lnTo>
                <a:lnTo>
                  <a:pt x="549239" y="698499"/>
                </a:lnTo>
                <a:lnTo>
                  <a:pt x="579629" y="800099"/>
                </a:lnTo>
                <a:lnTo>
                  <a:pt x="595014" y="838199"/>
                </a:lnTo>
                <a:lnTo>
                  <a:pt x="610753" y="888999"/>
                </a:lnTo>
                <a:lnTo>
                  <a:pt x="627017" y="927099"/>
                </a:lnTo>
                <a:lnTo>
                  <a:pt x="643976" y="977899"/>
                </a:lnTo>
                <a:lnTo>
                  <a:pt x="661801" y="1015999"/>
                </a:lnTo>
                <a:lnTo>
                  <a:pt x="682012" y="1066799"/>
                </a:lnTo>
                <a:lnTo>
                  <a:pt x="702789" y="1117599"/>
                </a:lnTo>
                <a:lnTo>
                  <a:pt x="724046" y="1168399"/>
                </a:lnTo>
                <a:lnTo>
                  <a:pt x="745701" y="1206499"/>
                </a:lnTo>
                <a:lnTo>
                  <a:pt x="767668" y="1257299"/>
                </a:lnTo>
                <a:lnTo>
                  <a:pt x="789864" y="1308099"/>
                </a:lnTo>
                <a:lnTo>
                  <a:pt x="812204" y="1358899"/>
                </a:lnTo>
                <a:lnTo>
                  <a:pt x="856980" y="1447799"/>
                </a:lnTo>
                <a:lnTo>
                  <a:pt x="866183" y="1473199"/>
                </a:lnTo>
                <a:lnTo>
                  <a:pt x="868664" y="1498599"/>
                </a:lnTo>
                <a:lnTo>
                  <a:pt x="863489" y="1523999"/>
                </a:lnTo>
                <a:lnTo>
                  <a:pt x="849720" y="1536699"/>
                </a:lnTo>
                <a:lnTo>
                  <a:pt x="824889" y="1574799"/>
                </a:lnTo>
                <a:lnTo>
                  <a:pt x="800931" y="1600199"/>
                </a:lnTo>
                <a:lnTo>
                  <a:pt x="777582" y="1638299"/>
                </a:lnTo>
                <a:lnTo>
                  <a:pt x="754581" y="1676399"/>
                </a:lnTo>
                <a:lnTo>
                  <a:pt x="698046" y="1752599"/>
                </a:lnTo>
                <a:lnTo>
                  <a:pt x="641556" y="1841499"/>
                </a:lnTo>
                <a:lnTo>
                  <a:pt x="556895" y="1955799"/>
                </a:lnTo>
                <a:lnTo>
                  <a:pt x="472309" y="2082799"/>
                </a:lnTo>
                <a:lnTo>
                  <a:pt x="359618" y="2247899"/>
                </a:lnTo>
                <a:lnTo>
                  <a:pt x="329161" y="2298699"/>
                </a:lnTo>
                <a:lnTo>
                  <a:pt x="298624" y="2336799"/>
                </a:lnTo>
                <a:lnTo>
                  <a:pt x="268133" y="2387599"/>
                </a:lnTo>
                <a:lnTo>
                  <a:pt x="237810" y="2425699"/>
                </a:lnTo>
                <a:lnTo>
                  <a:pt x="207778" y="2476499"/>
                </a:lnTo>
                <a:lnTo>
                  <a:pt x="178163" y="2514599"/>
                </a:lnTo>
                <a:lnTo>
                  <a:pt x="149086" y="2565399"/>
                </a:lnTo>
                <a:lnTo>
                  <a:pt x="130074" y="2590799"/>
                </a:lnTo>
                <a:lnTo>
                  <a:pt x="113147" y="2628899"/>
                </a:lnTo>
                <a:lnTo>
                  <a:pt x="101421" y="2666999"/>
                </a:lnTo>
                <a:lnTo>
                  <a:pt x="98008" y="2692399"/>
                </a:lnTo>
                <a:lnTo>
                  <a:pt x="97006" y="2717799"/>
                </a:lnTo>
                <a:lnTo>
                  <a:pt x="91350" y="2743199"/>
                </a:lnTo>
                <a:lnTo>
                  <a:pt x="81929" y="2768599"/>
                </a:lnTo>
                <a:lnTo>
                  <a:pt x="69633" y="2781299"/>
                </a:lnTo>
                <a:lnTo>
                  <a:pt x="53838" y="2806699"/>
                </a:lnTo>
                <a:lnTo>
                  <a:pt x="0" y="2882899"/>
                </a:lnTo>
                <a:lnTo>
                  <a:pt x="40373" y="2882899"/>
                </a:lnTo>
                <a:lnTo>
                  <a:pt x="65329" y="2870199"/>
                </a:lnTo>
                <a:lnTo>
                  <a:pt x="82344" y="2844799"/>
                </a:lnTo>
                <a:lnTo>
                  <a:pt x="98893" y="2819399"/>
                </a:lnTo>
                <a:lnTo>
                  <a:pt x="281300" y="2819399"/>
                </a:lnTo>
                <a:lnTo>
                  <a:pt x="295871" y="2806699"/>
                </a:lnTo>
                <a:lnTo>
                  <a:pt x="403247" y="2806699"/>
                </a:lnTo>
                <a:lnTo>
                  <a:pt x="425703" y="2781299"/>
                </a:lnTo>
                <a:lnTo>
                  <a:pt x="459234" y="2730499"/>
                </a:lnTo>
                <a:lnTo>
                  <a:pt x="525592" y="2654299"/>
                </a:lnTo>
                <a:lnTo>
                  <a:pt x="558298" y="2603499"/>
                </a:lnTo>
                <a:lnTo>
                  <a:pt x="707269" y="2412999"/>
                </a:lnTo>
                <a:lnTo>
                  <a:pt x="736972" y="2362199"/>
                </a:lnTo>
                <a:lnTo>
                  <a:pt x="796318" y="2285999"/>
                </a:lnTo>
                <a:lnTo>
                  <a:pt x="974168" y="2044699"/>
                </a:lnTo>
                <a:lnTo>
                  <a:pt x="1033494" y="1968499"/>
                </a:lnTo>
                <a:lnTo>
                  <a:pt x="800486" y="1968499"/>
                </a:lnTo>
                <a:lnTo>
                  <a:pt x="821936" y="1930399"/>
                </a:lnTo>
                <a:lnTo>
                  <a:pt x="828844" y="1917699"/>
                </a:lnTo>
                <a:lnTo>
                  <a:pt x="739274" y="1917699"/>
                </a:lnTo>
                <a:lnTo>
                  <a:pt x="748963" y="1892299"/>
                </a:lnTo>
                <a:lnTo>
                  <a:pt x="764447" y="1854199"/>
                </a:lnTo>
                <a:lnTo>
                  <a:pt x="784425" y="1828799"/>
                </a:lnTo>
                <a:lnTo>
                  <a:pt x="807595" y="1803399"/>
                </a:lnTo>
                <a:lnTo>
                  <a:pt x="921792" y="1803399"/>
                </a:lnTo>
                <a:lnTo>
                  <a:pt x="933638" y="1777999"/>
                </a:lnTo>
                <a:lnTo>
                  <a:pt x="945539" y="1765299"/>
                </a:lnTo>
                <a:lnTo>
                  <a:pt x="1202373" y="1765299"/>
                </a:lnTo>
                <a:lnTo>
                  <a:pt x="1225133" y="1752599"/>
                </a:lnTo>
                <a:lnTo>
                  <a:pt x="1317998" y="1752599"/>
                </a:lnTo>
                <a:lnTo>
                  <a:pt x="1312785" y="1739899"/>
                </a:lnTo>
                <a:lnTo>
                  <a:pt x="1303854" y="1727199"/>
                </a:lnTo>
                <a:lnTo>
                  <a:pt x="1295221" y="1714499"/>
                </a:lnTo>
                <a:lnTo>
                  <a:pt x="1278224" y="1676399"/>
                </a:lnTo>
                <a:lnTo>
                  <a:pt x="1282686" y="1663699"/>
                </a:lnTo>
                <a:lnTo>
                  <a:pt x="1382938" y="1663699"/>
                </a:lnTo>
                <a:lnTo>
                  <a:pt x="1344549" y="1587499"/>
                </a:lnTo>
                <a:lnTo>
                  <a:pt x="1439172" y="1473199"/>
                </a:lnTo>
                <a:lnTo>
                  <a:pt x="1454865" y="1447799"/>
                </a:lnTo>
                <a:lnTo>
                  <a:pt x="913927" y="1447799"/>
                </a:lnTo>
                <a:lnTo>
                  <a:pt x="899199" y="1435099"/>
                </a:lnTo>
                <a:lnTo>
                  <a:pt x="881293" y="1409699"/>
                </a:lnTo>
                <a:lnTo>
                  <a:pt x="860785" y="1384299"/>
                </a:lnTo>
                <a:lnTo>
                  <a:pt x="838252" y="1333499"/>
                </a:lnTo>
                <a:lnTo>
                  <a:pt x="814269" y="1295399"/>
                </a:lnTo>
                <a:lnTo>
                  <a:pt x="789413" y="1244599"/>
                </a:lnTo>
                <a:lnTo>
                  <a:pt x="764259" y="1181099"/>
                </a:lnTo>
                <a:lnTo>
                  <a:pt x="739385" y="1130299"/>
                </a:lnTo>
                <a:lnTo>
                  <a:pt x="715366" y="1066799"/>
                </a:lnTo>
                <a:lnTo>
                  <a:pt x="692777" y="1015999"/>
                </a:lnTo>
                <a:lnTo>
                  <a:pt x="672197" y="965199"/>
                </a:lnTo>
                <a:lnTo>
                  <a:pt x="654199" y="901699"/>
                </a:lnTo>
                <a:lnTo>
                  <a:pt x="639362" y="863599"/>
                </a:lnTo>
                <a:lnTo>
                  <a:pt x="628259" y="812799"/>
                </a:lnTo>
                <a:lnTo>
                  <a:pt x="621469" y="774699"/>
                </a:lnTo>
                <a:lnTo>
                  <a:pt x="982690" y="774699"/>
                </a:lnTo>
                <a:lnTo>
                  <a:pt x="977152" y="749299"/>
                </a:lnTo>
                <a:lnTo>
                  <a:pt x="1012493" y="749299"/>
                </a:lnTo>
                <a:lnTo>
                  <a:pt x="998176" y="711199"/>
                </a:lnTo>
                <a:lnTo>
                  <a:pt x="991920" y="698499"/>
                </a:lnTo>
                <a:lnTo>
                  <a:pt x="797310" y="698499"/>
                </a:lnTo>
                <a:lnTo>
                  <a:pt x="739402" y="533399"/>
                </a:lnTo>
                <a:lnTo>
                  <a:pt x="637290" y="533399"/>
                </a:lnTo>
                <a:lnTo>
                  <a:pt x="630764" y="507999"/>
                </a:lnTo>
                <a:lnTo>
                  <a:pt x="730493" y="507999"/>
                </a:lnTo>
                <a:lnTo>
                  <a:pt x="685949" y="380999"/>
                </a:lnTo>
                <a:lnTo>
                  <a:pt x="627255" y="380999"/>
                </a:lnTo>
                <a:lnTo>
                  <a:pt x="614595" y="355599"/>
                </a:lnTo>
                <a:lnTo>
                  <a:pt x="608830" y="330199"/>
                </a:lnTo>
                <a:lnTo>
                  <a:pt x="598417" y="317499"/>
                </a:lnTo>
                <a:lnTo>
                  <a:pt x="571812" y="304799"/>
                </a:lnTo>
                <a:close/>
              </a:path>
              <a:path w="2338704" h="2933700">
                <a:moveTo>
                  <a:pt x="1241914" y="1892299"/>
                </a:moveTo>
                <a:lnTo>
                  <a:pt x="1095584" y="1892299"/>
                </a:lnTo>
                <a:lnTo>
                  <a:pt x="1176415" y="2031999"/>
                </a:lnTo>
                <a:lnTo>
                  <a:pt x="1225872" y="2108199"/>
                </a:lnTo>
                <a:lnTo>
                  <a:pt x="1250457" y="2158999"/>
                </a:lnTo>
                <a:lnTo>
                  <a:pt x="1274842" y="2197099"/>
                </a:lnTo>
                <a:lnTo>
                  <a:pt x="1298950" y="2235199"/>
                </a:lnTo>
                <a:lnTo>
                  <a:pt x="1322703" y="2285999"/>
                </a:lnTo>
                <a:lnTo>
                  <a:pt x="1346023" y="2324099"/>
                </a:lnTo>
                <a:lnTo>
                  <a:pt x="1368833" y="2374899"/>
                </a:lnTo>
                <a:lnTo>
                  <a:pt x="1391055" y="2412999"/>
                </a:lnTo>
                <a:lnTo>
                  <a:pt x="1412611" y="2451099"/>
                </a:lnTo>
                <a:lnTo>
                  <a:pt x="1433422" y="2501899"/>
                </a:lnTo>
                <a:lnTo>
                  <a:pt x="1453413" y="2552699"/>
                </a:lnTo>
                <a:lnTo>
                  <a:pt x="1472504" y="2590799"/>
                </a:lnTo>
                <a:lnTo>
                  <a:pt x="1490618" y="2641599"/>
                </a:lnTo>
                <a:lnTo>
                  <a:pt x="1507677" y="2679699"/>
                </a:lnTo>
                <a:lnTo>
                  <a:pt x="1514118" y="2705099"/>
                </a:lnTo>
                <a:lnTo>
                  <a:pt x="1520921" y="2717799"/>
                </a:lnTo>
                <a:lnTo>
                  <a:pt x="1528532" y="2743199"/>
                </a:lnTo>
                <a:lnTo>
                  <a:pt x="1537398" y="2755899"/>
                </a:lnTo>
                <a:lnTo>
                  <a:pt x="1543338" y="2755899"/>
                </a:lnTo>
                <a:lnTo>
                  <a:pt x="1553157" y="2768599"/>
                </a:lnTo>
                <a:lnTo>
                  <a:pt x="1566251" y="2768599"/>
                </a:lnTo>
                <a:lnTo>
                  <a:pt x="1582018" y="2781299"/>
                </a:lnTo>
                <a:lnTo>
                  <a:pt x="1574448" y="2743199"/>
                </a:lnTo>
                <a:lnTo>
                  <a:pt x="1556305" y="2679699"/>
                </a:lnTo>
                <a:lnTo>
                  <a:pt x="1566817" y="2666999"/>
                </a:lnTo>
                <a:lnTo>
                  <a:pt x="1659813" y="2666999"/>
                </a:lnTo>
                <a:lnTo>
                  <a:pt x="1643005" y="2628899"/>
                </a:lnTo>
                <a:lnTo>
                  <a:pt x="1627297" y="2590799"/>
                </a:lnTo>
                <a:lnTo>
                  <a:pt x="1620134" y="2552699"/>
                </a:lnTo>
                <a:lnTo>
                  <a:pt x="1671276" y="2552699"/>
                </a:lnTo>
                <a:lnTo>
                  <a:pt x="1676947" y="2539999"/>
                </a:lnTo>
                <a:lnTo>
                  <a:pt x="1686006" y="2527299"/>
                </a:lnTo>
                <a:lnTo>
                  <a:pt x="1780642" y="2527299"/>
                </a:lnTo>
                <a:lnTo>
                  <a:pt x="1776926" y="2514599"/>
                </a:lnTo>
                <a:lnTo>
                  <a:pt x="1761973" y="2463799"/>
                </a:lnTo>
                <a:lnTo>
                  <a:pt x="1746490" y="2412999"/>
                </a:lnTo>
                <a:lnTo>
                  <a:pt x="1730037" y="2362199"/>
                </a:lnTo>
                <a:lnTo>
                  <a:pt x="1653486" y="2362199"/>
                </a:lnTo>
                <a:lnTo>
                  <a:pt x="1626209" y="2324099"/>
                </a:lnTo>
                <a:lnTo>
                  <a:pt x="1599545" y="2273299"/>
                </a:lnTo>
                <a:lnTo>
                  <a:pt x="1573884" y="2235199"/>
                </a:lnTo>
                <a:lnTo>
                  <a:pt x="1549616" y="2197099"/>
                </a:lnTo>
                <a:lnTo>
                  <a:pt x="1527131" y="2146299"/>
                </a:lnTo>
                <a:lnTo>
                  <a:pt x="1506820" y="2108199"/>
                </a:lnTo>
                <a:lnTo>
                  <a:pt x="1492002" y="2065786"/>
                </a:lnTo>
                <a:lnTo>
                  <a:pt x="1487030" y="2057399"/>
                </a:lnTo>
                <a:lnTo>
                  <a:pt x="1335020" y="2057399"/>
                </a:lnTo>
                <a:lnTo>
                  <a:pt x="1281600" y="1955799"/>
                </a:lnTo>
                <a:lnTo>
                  <a:pt x="1255008" y="1917699"/>
                </a:lnTo>
                <a:lnTo>
                  <a:pt x="1241914" y="1892299"/>
                </a:lnTo>
                <a:close/>
              </a:path>
              <a:path w="2338704" h="2933700">
                <a:moveTo>
                  <a:pt x="1659813" y="2666999"/>
                </a:moveTo>
                <a:lnTo>
                  <a:pt x="1566817" y="2666999"/>
                </a:lnTo>
                <a:lnTo>
                  <a:pt x="1589152" y="2692399"/>
                </a:lnTo>
                <a:lnTo>
                  <a:pt x="1666947" y="2768599"/>
                </a:lnTo>
                <a:lnTo>
                  <a:pt x="1670276" y="2717799"/>
                </a:lnTo>
                <a:lnTo>
                  <a:pt x="1659813" y="2666999"/>
                </a:lnTo>
                <a:close/>
              </a:path>
              <a:path w="2338704" h="2933700">
                <a:moveTo>
                  <a:pt x="1780642" y="2527299"/>
                </a:moveTo>
                <a:lnTo>
                  <a:pt x="1686006" y="2527299"/>
                </a:lnTo>
                <a:lnTo>
                  <a:pt x="1734903" y="2578099"/>
                </a:lnTo>
                <a:lnTo>
                  <a:pt x="1763807" y="2616199"/>
                </a:lnTo>
                <a:lnTo>
                  <a:pt x="1807009" y="2616199"/>
                </a:lnTo>
                <a:lnTo>
                  <a:pt x="1791791" y="2565399"/>
                </a:lnTo>
                <a:lnTo>
                  <a:pt x="1780642" y="2527299"/>
                </a:lnTo>
                <a:close/>
              </a:path>
              <a:path w="2338704" h="2933700">
                <a:moveTo>
                  <a:pt x="1671276" y="2552699"/>
                </a:moveTo>
                <a:lnTo>
                  <a:pt x="1620134" y="2552699"/>
                </a:lnTo>
                <a:lnTo>
                  <a:pt x="1647996" y="2565399"/>
                </a:lnTo>
                <a:lnTo>
                  <a:pt x="1665605" y="2565399"/>
                </a:lnTo>
                <a:lnTo>
                  <a:pt x="1671276" y="2552699"/>
                </a:lnTo>
                <a:close/>
              </a:path>
              <a:path w="2338704" h="2933700">
                <a:moveTo>
                  <a:pt x="1382938" y="1663699"/>
                </a:moveTo>
                <a:lnTo>
                  <a:pt x="1296828" y="1663699"/>
                </a:lnTo>
                <a:lnTo>
                  <a:pt x="1303483" y="1676399"/>
                </a:lnTo>
                <a:lnTo>
                  <a:pt x="1350540" y="1765299"/>
                </a:lnTo>
                <a:lnTo>
                  <a:pt x="1372399" y="1803399"/>
                </a:lnTo>
                <a:lnTo>
                  <a:pt x="1394217" y="1854199"/>
                </a:lnTo>
                <a:lnTo>
                  <a:pt x="1415985" y="1892299"/>
                </a:lnTo>
                <a:lnTo>
                  <a:pt x="1437695" y="1943099"/>
                </a:lnTo>
                <a:lnTo>
                  <a:pt x="1480904" y="2019299"/>
                </a:lnTo>
                <a:lnTo>
                  <a:pt x="1483829" y="2031999"/>
                </a:lnTo>
                <a:lnTo>
                  <a:pt x="1485244" y="2044699"/>
                </a:lnTo>
                <a:lnTo>
                  <a:pt x="1485674" y="2051741"/>
                </a:lnTo>
                <a:lnTo>
                  <a:pt x="1489072" y="2057399"/>
                </a:lnTo>
                <a:lnTo>
                  <a:pt x="1492002" y="2065786"/>
                </a:lnTo>
                <a:lnTo>
                  <a:pt x="1502088" y="2082799"/>
                </a:lnTo>
                <a:lnTo>
                  <a:pt x="1517310" y="2108199"/>
                </a:lnTo>
                <a:lnTo>
                  <a:pt x="1532006" y="2120899"/>
                </a:lnTo>
                <a:lnTo>
                  <a:pt x="1545490" y="2146299"/>
                </a:lnTo>
                <a:lnTo>
                  <a:pt x="1568868" y="2184399"/>
                </a:lnTo>
                <a:lnTo>
                  <a:pt x="1591520" y="2235199"/>
                </a:lnTo>
                <a:lnTo>
                  <a:pt x="1613282" y="2273299"/>
                </a:lnTo>
                <a:lnTo>
                  <a:pt x="1633992" y="2324099"/>
                </a:lnTo>
                <a:lnTo>
                  <a:pt x="1653486" y="2362199"/>
                </a:lnTo>
                <a:lnTo>
                  <a:pt x="1730037" y="2362199"/>
                </a:lnTo>
                <a:lnTo>
                  <a:pt x="1712173" y="2311399"/>
                </a:lnTo>
                <a:lnTo>
                  <a:pt x="1694055" y="2273299"/>
                </a:lnTo>
                <a:lnTo>
                  <a:pt x="1673392" y="2235199"/>
                </a:lnTo>
                <a:lnTo>
                  <a:pt x="1651307" y="2197099"/>
                </a:lnTo>
                <a:lnTo>
                  <a:pt x="1628920" y="2146299"/>
                </a:lnTo>
                <a:lnTo>
                  <a:pt x="1607353" y="2108199"/>
                </a:lnTo>
                <a:lnTo>
                  <a:pt x="1585474" y="2070099"/>
                </a:lnTo>
                <a:lnTo>
                  <a:pt x="1563617" y="2019299"/>
                </a:lnTo>
                <a:lnTo>
                  <a:pt x="1541776" y="1981199"/>
                </a:lnTo>
                <a:lnTo>
                  <a:pt x="1498107" y="1892299"/>
                </a:lnTo>
                <a:lnTo>
                  <a:pt x="1382938" y="1663699"/>
                </a:lnTo>
                <a:close/>
              </a:path>
              <a:path w="2338704" h="2933700">
                <a:moveTo>
                  <a:pt x="1485674" y="2051741"/>
                </a:moveTo>
                <a:lnTo>
                  <a:pt x="1486020" y="2057399"/>
                </a:lnTo>
                <a:lnTo>
                  <a:pt x="1487030" y="2057399"/>
                </a:lnTo>
                <a:lnTo>
                  <a:pt x="1492002" y="2065786"/>
                </a:lnTo>
                <a:lnTo>
                  <a:pt x="1489072" y="2057399"/>
                </a:lnTo>
                <a:lnTo>
                  <a:pt x="1485674" y="2051741"/>
                </a:lnTo>
                <a:close/>
              </a:path>
              <a:path w="2338704" h="2933700">
                <a:moveTo>
                  <a:pt x="1317998" y="1752599"/>
                </a:moveTo>
                <a:lnTo>
                  <a:pt x="1225133" y="1752599"/>
                </a:lnTo>
                <a:lnTo>
                  <a:pt x="1351506" y="2044699"/>
                </a:lnTo>
                <a:lnTo>
                  <a:pt x="1346061" y="2057399"/>
                </a:lnTo>
                <a:lnTo>
                  <a:pt x="1486020" y="2057399"/>
                </a:lnTo>
                <a:lnTo>
                  <a:pt x="1485674" y="2051741"/>
                </a:lnTo>
                <a:lnTo>
                  <a:pt x="1435681" y="1968499"/>
                </a:lnTo>
                <a:lnTo>
                  <a:pt x="1382405" y="1866899"/>
                </a:lnTo>
                <a:lnTo>
                  <a:pt x="1355893" y="1828799"/>
                </a:lnTo>
                <a:lnTo>
                  <a:pt x="1344744" y="1803399"/>
                </a:lnTo>
                <a:lnTo>
                  <a:pt x="1333857" y="1790699"/>
                </a:lnTo>
                <a:lnTo>
                  <a:pt x="1323211" y="1765299"/>
                </a:lnTo>
                <a:lnTo>
                  <a:pt x="1317998" y="1752599"/>
                </a:lnTo>
                <a:close/>
              </a:path>
              <a:path w="2338704" h="2933700">
                <a:moveTo>
                  <a:pt x="1235367" y="1879599"/>
                </a:moveTo>
                <a:lnTo>
                  <a:pt x="849568" y="1879599"/>
                </a:lnTo>
                <a:lnTo>
                  <a:pt x="848036" y="1917699"/>
                </a:lnTo>
                <a:lnTo>
                  <a:pt x="838612" y="1943099"/>
                </a:lnTo>
                <a:lnTo>
                  <a:pt x="822396" y="1955799"/>
                </a:lnTo>
                <a:lnTo>
                  <a:pt x="800486" y="1968499"/>
                </a:lnTo>
                <a:lnTo>
                  <a:pt x="1033494" y="1968499"/>
                </a:lnTo>
                <a:lnTo>
                  <a:pt x="1047928" y="1955799"/>
                </a:lnTo>
                <a:lnTo>
                  <a:pt x="1062866" y="1930399"/>
                </a:lnTo>
                <a:lnTo>
                  <a:pt x="1095584" y="1892299"/>
                </a:lnTo>
                <a:lnTo>
                  <a:pt x="1241914" y="1892299"/>
                </a:lnTo>
                <a:lnTo>
                  <a:pt x="1235367" y="1879599"/>
                </a:lnTo>
                <a:close/>
              </a:path>
              <a:path w="2338704" h="2933700">
                <a:moveTo>
                  <a:pt x="1202373" y="1765299"/>
                </a:moveTo>
                <a:lnTo>
                  <a:pt x="945539" y="1765299"/>
                </a:lnTo>
                <a:lnTo>
                  <a:pt x="952119" y="1777999"/>
                </a:lnTo>
                <a:lnTo>
                  <a:pt x="946377" y="1777999"/>
                </a:lnTo>
                <a:lnTo>
                  <a:pt x="929053" y="1803399"/>
                </a:lnTo>
                <a:lnTo>
                  <a:pt x="821359" y="1803399"/>
                </a:lnTo>
                <a:lnTo>
                  <a:pt x="780328" y="1866899"/>
                </a:lnTo>
                <a:lnTo>
                  <a:pt x="739274" y="1917699"/>
                </a:lnTo>
                <a:lnTo>
                  <a:pt x="828844" y="1917699"/>
                </a:lnTo>
                <a:lnTo>
                  <a:pt x="849568" y="1879599"/>
                </a:lnTo>
                <a:lnTo>
                  <a:pt x="1235367" y="1879599"/>
                </a:lnTo>
                <a:lnTo>
                  <a:pt x="1228820" y="1866899"/>
                </a:lnTo>
                <a:lnTo>
                  <a:pt x="1203277" y="1816099"/>
                </a:lnTo>
                <a:lnTo>
                  <a:pt x="1196216" y="1803399"/>
                </a:lnTo>
                <a:lnTo>
                  <a:pt x="1194325" y="1777999"/>
                </a:lnTo>
                <a:lnTo>
                  <a:pt x="1202373" y="1765299"/>
                </a:lnTo>
                <a:close/>
              </a:path>
              <a:path w="2338704" h="2933700">
                <a:moveTo>
                  <a:pt x="982690" y="774699"/>
                </a:moveTo>
                <a:lnTo>
                  <a:pt x="621469" y="774699"/>
                </a:lnTo>
                <a:lnTo>
                  <a:pt x="656902" y="863599"/>
                </a:lnTo>
                <a:lnTo>
                  <a:pt x="674670" y="901699"/>
                </a:lnTo>
                <a:lnTo>
                  <a:pt x="692597" y="939799"/>
                </a:lnTo>
                <a:lnTo>
                  <a:pt x="712616" y="977899"/>
                </a:lnTo>
                <a:lnTo>
                  <a:pt x="732772" y="1028699"/>
                </a:lnTo>
                <a:lnTo>
                  <a:pt x="773185" y="1117599"/>
                </a:lnTo>
                <a:lnTo>
                  <a:pt x="792944" y="1155699"/>
                </a:lnTo>
                <a:lnTo>
                  <a:pt x="812880" y="1193799"/>
                </a:lnTo>
                <a:lnTo>
                  <a:pt x="832178" y="1244599"/>
                </a:lnTo>
                <a:lnTo>
                  <a:pt x="850022" y="1282699"/>
                </a:lnTo>
                <a:lnTo>
                  <a:pt x="869558" y="1320799"/>
                </a:lnTo>
                <a:lnTo>
                  <a:pt x="891277" y="1358899"/>
                </a:lnTo>
                <a:lnTo>
                  <a:pt x="908345" y="1409699"/>
                </a:lnTo>
                <a:lnTo>
                  <a:pt x="913927" y="1447799"/>
                </a:lnTo>
                <a:lnTo>
                  <a:pt x="1454865" y="1447799"/>
                </a:lnTo>
                <a:lnTo>
                  <a:pt x="1470558" y="1422399"/>
                </a:lnTo>
                <a:lnTo>
                  <a:pt x="1595653" y="1269999"/>
                </a:lnTo>
                <a:lnTo>
                  <a:pt x="1356422" y="1269999"/>
                </a:lnTo>
                <a:lnTo>
                  <a:pt x="1352489" y="1257299"/>
                </a:lnTo>
                <a:lnTo>
                  <a:pt x="1348481" y="1257299"/>
                </a:lnTo>
                <a:lnTo>
                  <a:pt x="1373186" y="1231899"/>
                </a:lnTo>
                <a:lnTo>
                  <a:pt x="1377176" y="1225715"/>
                </a:lnTo>
                <a:lnTo>
                  <a:pt x="1379640" y="1219199"/>
                </a:lnTo>
                <a:lnTo>
                  <a:pt x="1385000" y="1215753"/>
                </a:lnTo>
                <a:lnTo>
                  <a:pt x="1386994" y="1206499"/>
                </a:lnTo>
                <a:lnTo>
                  <a:pt x="1390100" y="1206499"/>
                </a:lnTo>
                <a:lnTo>
                  <a:pt x="1394084" y="1193799"/>
                </a:lnTo>
                <a:lnTo>
                  <a:pt x="1444894" y="1130299"/>
                </a:lnTo>
                <a:lnTo>
                  <a:pt x="1130750" y="1130299"/>
                </a:lnTo>
                <a:lnTo>
                  <a:pt x="1100244" y="1092199"/>
                </a:lnTo>
                <a:lnTo>
                  <a:pt x="1073878" y="1041399"/>
                </a:lnTo>
                <a:lnTo>
                  <a:pt x="1051196" y="1003299"/>
                </a:lnTo>
                <a:lnTo>
                  <a:pt x="1031745" y="952499"/>
                </a:lnTo>
                <a:lnTo>
                  <a:pt x="1015070" y="901699"/>
                </a:lnTo>
                <a:lnTo>
                  <a:pt x="1000715" y="850899"/>
                </a:lnTo>
                <a:lnTo>
                  <a:pt x="988228" y="800099"/>
                </a:lnTo>
                <a:lnTo>
                  <a:pt x="982690" y="774699"/>
                </a:lnTo>
                <a:close/>
              </a:path>
              <a:path w="2338704" h="2933700">
                <a:moveTo>
                  <a:pt x="2304258" y="254000"/>
                </a:moveTo>
                <a:lnTo>
                  <a:pt x="2289092" y="266700"/>
                </a:lnTo>
                <a:lnTo>
                  <a:pt x="2273459" y="266700"/>
                </a:lnTo>
                <a:lnTo>
                  <a:pt x="2258251" y="279400"/>
                </a:lnTo>
                <a:lnTo>
                  <a:pt x="2244361" y="292100"/>
                </a:lnTo>
                <a:lnTo>
                  <a:pt x="2209675" y="330200"/>
                </a:lnTo>
                <a:lnTo>
                  <a:pt x="2174919" y="355599"/>
                </a:lnTo>
                <a:lnTo>
                  <a:pt x="2140364" y="393699"/>
                </a:lnTo>
                <a:lnTo>
                  <a:pt x="2106283" y="419099"/>
                </a:lnTo>
                <a:lnTo>
                  <a:pt x="2072945" y="457199"/>
                </a:lnTo>
                <a:lnTo>
                  <a:pt x="2040621" y="495299"/>
                </a:lnTo>
                <a:lnTo>
                  <a:pt x="1559934" y="1028699"/>
                </a:lnTo>
                <a:lnTo>
                  <a:pt x="1525634" y="1079499"/>
                </a:lnTo>
                <a:lnTo>
                  <a:pt x="1456931" y="1155699"/>
                </a:lnTo>
                <a:lnTo>
                  <a:pt x="1438792" y="1168399"/>
                </a:lnTo>
                <a:lnTo>
                  <a:pt x="1419363" y="1181099"/>
                </a:lnTo>
                <a:lnTo>
                  <a:pt x="1399395" y="1206499"/>
                </a:lnTo>
                <a:lnTo>
                  <a:pt x="1385000" y="1215753"/>
                </a:lnTo>
                <a:lnTo>
                  <a:pt x="1384258" y="1219199"/>
                </a:lnTo>
                <a:lnTo>
                  <a:pt x="1381379" y="1219199"/>
                </a:lnTo>
                <a:lnTo>
                  <a:pt x="1377176" y="1225715"/>
                </a:lnTo>
                <a:lnTo>
                  <a:pt x="1360430" y="1269999"/>
                </a:lnTo>
                <a:lnTo>
                  <a:pt x="1539818" y="1269999"/>
                </a:lnTo>
                <a:lnTo>
                  <a:pt x="1554934" y="1244599"/>
                </a:lnTo>
                <a:lnTo>
                  <a:pt x="1569993" y="1231899"/>
                </a:lnTo>
                <a:lnTo>
                  <a:pt x="1626893" y="1231899"/>
                </a:lnTo>
                <a:lnTo>
                  <a:pt x="1658133" y="1193799"/>
                </a:lnTo>
                <a:lnTo>
                  <a:pt x="1612118" y="1193799"/>
                </a:lnTo>
                <a:lnTo>
                  <a:pt x="1609395" y="1181099"/>
                </a:lnTo>
                <a:lnTo>
                  <a:pt x="1632764" y="1155699"/>
                </a:lnTo>
                <a:lnTo>
                  <a:pt x="1689407" y="1155699"/>
                </a:lnTo>
                <a:lnTo>
                  <a:pt x="1731125" y="1104899"/>
                </a:lnTo>
                <a:lnTo>
                  <a:pt x="1691678" y="1104899"/>
                </a:lnTo>
                <a:lnTo>
                  <a:pt x="1689257" y="1092199"/>
                </a:lnTo>
                <a:lnTo>
                  <a:pt x="1684342" y="1092199"/>
                </a:lnTo>
                <a:lnTo>
                  <a:pt x="1706879" y="1066799"/>
                </a:lnTo>
                <a:lnTo>
                  <a:pt x="1762480" y="1066799"/>
                </a:lnTo>
                <a:lnTo>
                  <a:pt x="1909810" y="888999"/>
                </a:lnTo>
                <a:lnTo>
                  <a:pt x="2005840" y="774699"/>
                </a:lnTo>
                <a:lnTo>
                  <a:pt x="2059807" y="711199"/>
                </a:lnTo>
                <a:lnTo>
                  <a:pt x="1940415" y="711199"/>
                </a:lnTo>
                <a:lnTo>
                  <a:pt x="1962467" y="685799"/>
                </a:lnTo>
                <a:lnTo>
                  <a:pt x="2025768" y="624946"/>
                </a:lnTo>
                <a:lnTo>
                  <a:pt x="2026933" y="622299"/>
                </a:lnTo>
                <a:lnTo>
                  <a:pt x="2031760" y="617343"/>
                </a:lnTo>
                <a:lnTo>
                  <a:pt x="2061721" y="571499"/>
                </a:lnTo>
                <a:lnTo>
                  <a:pt x="2180343" y="571499"/>
                </a:lnTo>
                <a:lnTo>
                  <a:pt x="2236075" y="508000"/>
                </a:lnTo>
                <a:lnTo>
                  <a:pt x="2258596" y="482600"/>
                </a:lnTo>
                <a:lnTo>
                  <a:pt x="2149071" y="482599"/>
                </a:lnTo>
                <a:lnTo>
                  <a:pt x="2160467" y="469899"/>
                </a:lnTo>
                <a:lnTo>
                  <a:pt x="2172969" y="457199"/>
                </a:lnTo>
                <a:lnTo>
                  <a:pt x="2186379" y="431799"/>
                </a:lnTo>
                <a:lnTo>
                  <a:pt x="2200497" y="419100"/>
                </a:lnTo>
                <a:lnTo>
                  <a:pt x="2250884" y="368300"/>
                </a:lnTo>
                <a:lnTo>
                  <a:pt x="2276113" y="355600"/>
                </a:lnTo>
                <a:lnTo>
                  <a:pt x="2300930" y="330200"/>
                </a:lnTo>
                <a:lnTo>
                  <a:pt x="2313755" y="317500"/>
                </a:lnTo>
                <a:lnTo>
                  <a:pt x="2321794" y="292100"/>
                </a:lnTo>
                <a:lnTo>
                  <a:pt x="2320233" y="279400"/>
                </a:lnTo>
                <a:lnTo>
                  <a:pt x="2304258" y="254000"/>
                </a:lnTo>
                <a:close/>
              </a:path>
              <a:path w="2338704" h="2933700">
                <a:moveTo>
                  <a:pt x="1626893" y="1231899"/>
                </a:moveTo>
                <a:lnTo>
                  <a:pt x="1576875" y="1231899"/>
                </a:lnTo>
                <a:lnTo>
                  <a:pt x="1580279" y="1244599"/>
                </a:lnTo>
                <a:lnTo>
                  <a:pt x="1572281" y="1244599"/>
                </a:lnTo>
                <a:lnTo>
                  <a:pt x="1548288" y="1269999"/>
                </a:lnTo>
                <a:lnTo>
                  <a:pt x="1595653" y="1269999"/>
                </a:lnTo>
                <a:lnTo>
                  <a:pt x="1626893" y="1231899"/>
                </a:lnTo>
                <a:close/>
              </a:path>
              <a:path w="2338704" h="2933700">
                <a:moveTo>
                  <a:pt x="1385000" y="1215753"/>
                </a:moveTo>
                <a:lnTo>
                  <a:pt x="1379640" y="1219199"/>
                </a:lnTo>
                <a:lnTo>
                  <a:pt x="1377176" y="1225715"/>
                </a:lnTo>
                <a:lnTo>
                  <a:pt x="1381379" y="1219199"/>
                </a:lnTo>
                <a:lnTo>
                  <a:pt x="1384258" y="1219199"/>
                </a:lnTo>
                <a:lnTo>
                  <a:pt x="1385000" y="1215753"/>
                </a:lnTo>
                <a:close/>
              </a:path>
              <a:path w="2338704" h="2933700">
                <a:moveTo>
                  <a:pt x="1689407" y="1155699"/>
                </a:moveTo>
                <a:lnTo>
                  <a:pt x="1635411" y="1155699"/>
                </a:lnTo>
                <a:lnTo>
                  <a:pt x="1640705" y="1168399"/>
                </a:lnTo>
                <a:lnTo>
                  <a:pt x="1634963" y="1168399"/>
                </a:lnTo>
                <a:lnTo>
                  <a:pt x="1617638" y="1193799"/>
                </a:lnTo>
                <a:lnTo>
                  <a:pt x="1658133" y="1193799"/>
                </a:lnTo>
                <a:lnTo>
                  <a:pt x="1689407" y="1155699"/>
                </a:lnTo>
                <a:close/>
              </a:path>
              <a:path w="2338704" h="2933700">
                <a:moveTo>
                  <a:pt x="1012493" y="749299"/>
                </a:moveTo>
                <a:lnTo>
                  <a:pt x="977152" y="749299"/>
                </a:lnTo>
                <a:lnTo>
                  <a:pt x="1130750" y="1130299"/>
                </a:lnTo>
                <a:lnTo>
                  <a:pt x="1444894" y="1130299"/>
                </a:lnTo>
                <a:lnTo>
                  <a:pt x="1455056" y="1117599"/>
                </a:lnTo>
                <a:lnTo>
                  <a:pt x="1156010" y="1117599"/>
                </a:lnTo>
                <a:lnTo>
                  <a:pt x="1036355" y="812799"/>
                </a:lnTo>
                <a:lnTo>
                  <a:pt x="1012493" y="749299"/>
                </a:lnTo>
                <a:close/>
              </a:path>
              <a:path w="2338704" h="2933700">
                <a:moveTo>
                  <a:pt x="2164045" y="0"/>
                </a:moveTo>
                <a:lnTo>
                  <a:pt x="2149750" y="12699"/>
                </a:lnTo>
                <a:lnTo>
                  <a:pt x="2126408" y="12699"/>
                </a:lnTo>
                <a:lnTo>
                  <a:pt x="2117686" y="25399"/>
                </a:lnTo>
                <a:lnTo>
                  <a:pt x="2038485" y="76199"/>
                </a:lnTo>
                <a:lnTo>
                  <a:pt x="2000189" y="114299"/>
                </a:lnTo>
                <a:lnTo>
                  <a:pt x="1964616" y="152399"/>
                </a:lnTo>
                <a:lnTo>
                  <a:pt x="1863504" y="266699"/>
                </a:lnTo>
                <a:lnTo>
                  <a:pt x="1830176" y="292099"/>
                </a:lnTo>
                <a:lnTo>
                  <a:pt x="1797031" y="330199"/>
                </a:lnTo>
                <a:lnTo>
                  <a:pt x="1698662" y="444499"/>
                </a:lnTo>
                <a:lnTo>
                  <a:pt x="1601824" y="558799"/>
                </a:lnTo>
                <a:lnTo>
                  <a:pt x="1506433" y="673099"/>
                </a:lnTo>
                <a:lnTo>
                  <a:pt x="1474943" y="723899"/>
                </a:lnTo>
                <a:lnTo>
                  <a:pt x="1412403" y="800099"/>
                </a:lnTo>
                <a:lnTo>
                  <a:pt x="1319648" y="914399"/>
                </a:lnTo>
                <a:lnTo>
                  <a:pt x="1228083" y="1028699"/>
                </a:lnTo>
                <a:lnTo>
                  <a:pt x="1212769" y="1054099"/>
                </a:lnTo>
                <a:lnTo>
                  <a:pt x="1195875" y="1066799"/>
                </a:lnTo>
                <a:lnTo>
                  <a:pt x="1177066" y="1092199"/>
                </a:lnTo>
                <a:lnTo>
                  <a:pt x="1156010" y="1117599"/>
                </a:lnTo>
                <a:lnTo>
                  <a:pt x="1455056" y="1117599"/>
                </a:lnTo>
                <a:lnTo>
                  <a:pt x="1730055" y="774699"/>
                </a:lnTo>
                <a:lnTo>
                  <a:pt x="1824336" y="660399"/>
                </a:lnTo>
                <a:lnTo>
                  <a:pt x="1845593" y="634999"/>
                </a:lnTo>
                <a:lnTo>
                  <a:pt x="1735314" y="634999"/>
                </a:lnTo>
                <a:lnTo>
                  <a:pt x="1728432" y="622299"/>
                </a:lnTo>
                <a:lnTo>
                  <a:pt x="1779708" y="546099"/>
                </a:lnTo>
                <a:lnTo>
                  <a:pt x="1920539" y="546099"/>
                </a:lnTo>
                <a:lnTo>
                  <a:pt x="1953123" y="507999"/>
                </a:lnTo>
                <a:lnTo>
                  <a:pt x="1986094" y="469899"/>
                </a:lnTo>
                <a:lnTo>
                  <a:pt x="2020145" y="431799"/>
                </a:lnTo>
                <a:lnTo>
                  <a:pt x="2054837" y="393699"/>
                </a:lnTo>
                <a:lnTo>
                  <a:pt x="2195430" y="241300"/>
                </a:lnTo>
                <a:lnTo>
                  <a:pt x="2198523" y="228600"/>
                </a:lnTo>
                <a:lnTo>
                  <a:pt x="2200431" y="228600"/>
                </a:lnTo>
                <a:lnTo>
                  <a:pt x="2202184" y="215900"/>
                </a:lnTo>
                <a:lnTo>
                  <a:pt x="2204808" y="203200"/>
                </a:lnTo>
                <a:lnTo>
                  <a:pt x="2132707" y="203199"/>
                </a:lnTo>
                <a:lnTo>
                  <a:pt x="2103360" y="190499"/>
                </a:lnTo>
                <a:lnTo>
                  <a:pt x="2077679" y="165099"/>
                </a:lnTo>
                <a:lnTo>
                  <a:pt x="2096268" y="126999"/>
                </a:lnTo>
                <a:lnTo>
                  <a:pt x="2125428" y="88899"/>
                </a:lnTo>
                <a:lnTo>
                  <a:pt x="2152305" y="50799"/>
                </a:lnTo>
                <a:lnTo>
                  <a:pt x="2164045" y="0"/>
                </a:lnTo>
                <a:close/>
              </a:path>
              <a:path w="2338704" h="2933700">
                <a:moveTo>
                  <a:pt x="1762480" y="1066799"/>
                </a:moveTo>
                <a:lnTo>
                  <a:pt x="1711719" y="1066799"/>
                </a:lnTo>
                <a:lnTo>
                  <a:pt x="1714139" y="1079499"/>
                </a:lnTo>
                <a:lnTo>
                  <a:pt x="1691678" y="1104899"/>
                </a:lnTo>
                <a:lnTo>
                  <a:pt x="1731125" y="1104899"/>
                </a:lnTo>
                <a:lnTo>
                  <a:pt x="1762480" y="1066799"/>
                </a:lnTo>
                <a:close/>
              </a:path>
              <a:path w="2338704" h="2933700">
                <a:moveTo>
                  <a:pt x="2180343" y="571499"/>
                </a:moveTo>
                <a:lnTo>
                  <a:pt x="2071553" y="571499"/>
                </a:lnTo>
                <a:lnTo>
                  <a:pt x="2076469" y="584199"/>
                </a:lnTo>
                <a:lnTo>
                  <a:pt x="2064060" y="596899"/>
                </a:lnTo>
                <a:lnTo>
                  <a:pt x="2051673" y="596899"/>
                </a:lnTo>
                <a:lnTo>
                  <a:pt x="2031760" y="617343"/>
                </a:lnTo>
                <a:lnTo>
                  <a:pt x="2028521" y="622299"/>
                </a:lnTo>
                <a:lnTo>
                  <a:pt x="2025768" y="624946"/>
                </a:lnTo>
                <a:lnTo>
                  <a:pt x="2015754" y="647699"/>
                </a:lnTo>
                <a:lnTo>
                  <a:pt x="1995642" y="673099"/>
                </a:lnTo>
                <a:lnTo>
                  <a:pt x="1969546" y="698499"/>
                </a:lnTo>
                <a:lnTo>
                  <a:pt x="1940415" y="711199"/>
                </a:lnTo>
                <a:lnTo>
                  <a:pt x="2059807" y="711199"/>
                </a:lnTo>
                <a:lnTo>
                  <a:pt x="2136168" y="622299"/>
                </a:lnTo>
                <a:lnTo>
                  <a:pt x="2180343" y="571499"/>
                </a:lnTo>
                <a:close/>
              </a:path>
              <a:path w="2338704" h="2933700">
                <a:moveTo>
                  <a:pt x="704409" y="152399"/>
                </a:moveTo>
                <a:lnTo>
                  <a:pt x="688593" y="177799"/>
                </a:lnTo>
                <a:lnTo>
                  <a:pt x="685801" y="203199"/>
                </a:lnTo>
                <a:lnTo>
                  <a:pt x="690939" y="228599"/>
                </a:lnTo>
                <a:lnTo>
                  <a:pt x="698911" y="241299"/>
                </a:lnTo>
                <a:lnTo>
                  <a:pt x="710565" y="279399"/>
                </a:lnTo>
                <a:lnTo>
                  <a:pt x="721342" y="317499"/>
                </a:lnTo>
                <a:lnTo>
                  <a:pt x="731110" y="355599"/>
                </a:lnTo>
                <a:lnTo>
                  <a:pt x="739735" y="380999"/>
                </a:lnTo>
                <a:lnTo>
                  <a:pt x="742725" y="406399"/>
                </a:lnTo>
                <a:lnTo>
                  <a:pt x="743471" y="431799"/>
                </a:lnTo>
                <a:lnTo>
                  <a:pt x="744495" y="457199"/>
                </a:lnTo>
                <a:lnTo>
                  <a:pt x="748319" y="469899"/>
                </a:lnTo>
                <a:lnTo>
                  <a:pt x="762596" y="520699"/>
                </a:lnTo>
                <a:lnTo>
                  <a:pt x="778197" y="571499"/>
                </a:lnTo>
                <a:lnTo>
                  <a:pt x="794226" y="609599"/>
                </a:lnTo>
                <a:lnTo>
                  <a:pt x="809788" y="660399"/>
                </a:lnTo>
                <a:lnTo>
                  <a:pt x="811991" y="673099"/>
                </a:lnTo>
                <a:lnTo>
                  <a:pt x="812946" y="673099"/>
                </a:lnTo>
                <a:lnTo>
                  <a:pt x="813362" y="685799"/>
                </a:lnTo>
                <a:lnTo>
                  <a:pt x="813948" y="698499"/>
                </a:lnTo>
                <a:lnTo>
                  <a:pt x="991920" y="698499"/>
                </a:lnTo>
                <a:lnTo>
                  <a:pt x="979408" y="673099"/>
                </a:lnTo>
                <a:lnTo>
                  <a:pt x="961206" y="622299"/>
                </a:lnTo>
                <a:lnTo>
                  <a:pt x="947773" y="584199"/>
                </a:lnTo>
                <a:lnTo>
                  <a:pt x="872862" y="584199"/>
                </a:lnTo>
                <a:lnTo>
                  <a:pt x="852063" y="546099"/>
                </a:lnTo>
                <a:lnTo>
                  <a:pt x="835228" y="507999"/>
                </a:lnTo>
                <a:lnTo>
                  <a:pt x="821101" y="482599"/>
                </a:lnTo>
                <a:lnTo>
                  <a:pt x="808427" y="444499"/>
                </a:lnTo>
                <a:lnTo>
                  <a:pt x="796269" y="406399"/>
                </a:lnTo>
                <a:lnTo>
                  <a:pt x="784330" y="368299"/>
                </a:lnTo>
                <a:lnTo>
                  <a:pt x="771981" y="330199"/>
                </a:lnTo>
                <a:lnTo>
                  <a:pt x="758589" y="292099"/>
                </a:lnTo>
                <a:lnTo>
                  <a:pt x="748222" y="266699"/>
                </a:lnTo>
                <a:lnTo>
                  <a:pt x="739661" y="228599"/>
                </a:lnTo>
                <a:lnTo>
                  <a:pt x="727020" y="190499"/>
                </a:lnTo>
                <a:lnTo>
                  <a:pt x="704409" y="152399"/>
                </a:lnTo>
                <a:close/>
              </a:path>
              <a:path w="2338704" h="2933700">
                <a:moveTo>
                  <a:pt x="1920539" y="546099"/>
                </a:moveTo>
                <a:lnTo>
                  <a:pt x="1790522" y="546099"/>
                </a:lnTo>
                <a:lnTo>
                  <a:pt x="1795892" y="558799"/>
                </a:lnTo>
                <a:lnTo>
                  <a:pt x="1738718" y="634999"/>
                </a:lnTo>
                <a:lnTo>
                  <a:pt x="1845593" y="634999"/>
                </a:lnTo>
                <a:lnTo>
                  <a:pt x="1888264" y="584199"/>
                </a:lnTo>
                <a:lnTo>
                  <a:pt x="1920539" y="546099"/>
                </a:lnTo>
                <a:close/>
              </a:path>
              <a:path w="2338704" h="2933700">
                <a:moveTo>
                  <a:pt x="2031760" y="617343"/>
                </a:moveTo>
                <a:lnTo>
                  <a:pt x="2026933" y="622299"/>
                </a:lnTo>
                <a:lnTo>
                  <a:pt x="2025768" y="624946"/>
                </a:lnTo>
                <a:lnTo>
                  <a:pt x="2028521" y="622299"/>
                </a:lnTo>
                <a:lnTo>
                  <a:pt x="2031760" y="617343"/>
                </a:lnTo>
                <a:close/>
              </a:path>
              <a:path w="2338704" h="2933700">
                <a:moveTo>
                  <a:pt x="848283" y="317499"/>
                </a:moveTo>
                <a:lnTo>
                  <a:pt x="823242" y="355599"/>
                </a:lnTo>
                <a:lnTo>
                  <a:pt x="819705" y="380999"/>
                </a:lnTo>
                <a:lnTo>
                  <a:pt x="827810" y="419099"/>
                </a:lnTo>
                <a:lnTo>
                  <a:pt x="837695" y="457199"/>
                </a:lnTo>
                <a:lnTo>
                  <a:pt x="846019" y="482599"/>
                </a:lnTo>
                <a:lnTo>
                  <a:pt x="854824" y="520699"/>
                </a:lnTo>
                <a:lnTo>
                  <a:pt x="863857" y="546099"/>
                </a:lnTo>
                <a:lnTo>
                  <a:pt x="872862" y="584199"/>
                </a:lnTo>
                <a:lnTo>
                  <a:pt x="947773" y="584199"/>
                </a:lnTo>
                <a:lnTo>
                  <a:pt x="925385" y="520699"/>
                </a:lnTo>
                <a:lnTo>
                  <a:pt x="907209" y="469899"/>
                </a:lnTo>
                <a:lnTo>
                  <a:pt x="888486" y="419099"/>
                </a:lnTo>
                <a:lnTo>
                  <a:pt x="868936" y="368299"/>
                </a:lnTo>
                <a:lnTo>
                  <a:pt x="848283" y="317499"/>
                </a:lnTo>
                <a:close/>
              </a:path>
              <a:path w="2338704" h="2933700">
                <a:moveTo>
                  <a:pt x="730493" y="507999"/>
                </a:moveTo>
                <a:lnTo>
                  <a:pt x="641979" y="507999"/>
                </a:lnTo>
                <a:lnTo>
                  <a:pt x="649035" y="533399"/>
                </a:lnTo>
                <a:lnTo>
                  <a:pt x="739402" y="533399"/>
                </a:lnTo>
                <a:lnTo>
                  <a:pt x="730493" y="507999"/>
                </a:lnTo>
                <a:close/>
              </a:path>
              <a:path w="2338704" h="2933700">
                <a:moveTo>
                  <a:pt x="2338215" y="393700"/>
                </a:moveTo>
                <a:lnTo>
                  <a:pt x="2287426" y="393700"/>
                </a:lnTo>
                <a:lnTo>
                  <a:pt x="2248527" y="419100"/>
                </a:lnTo>
                <a:lnTo>
                  <a:pt x="2216107" y="444500"/>
                </a:lnTo>
                <a:lnTo>
                  <a:pt x="2184758" y="469899"/>
                </a:lnTo>
                <a:lnTo>
                  <a:pt x="2149071" y="482599"/>
                </a:lnTo>
                <a:lnTo>
                  <a:pt x="2258596" y="482600"/>
                </a:lnTo>
                <a:lnTo>
                  <a:pt x="2303899" y="431800"/>
                </a:lnTo>
                <a:lnTo>
                  <a:pt x="2338215" y="393700"/>
                </a:lnTo>
                <a:close/>
              </a:path>
              <a:path w="2338704" h="2933700">
                <a:moveTo>
                  <a:pt x="681494" y="368299"/>
                </a:moveTo>
                <a:lnTo>
                  <a:pt x="627255" y="380999"/>
                </a:lnTo>
                <a:lnTo>
                  <a:pt x="685949" y="380999"/>
                </a:lnTo>
                <a:lnTo>
                  <a:pt x="681494" y="368299"/>
                </a:lnTo>
                <a:close/>
              </a:path>
            </a:pathLst>
          </a:custGeom>
          <a:solidFill>
            <a:srgbClr val="BCFF7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1271727"/>
            <a:ext cx="7261225" cy="2015489"/>
          </a:xfrm>
          <a:prstGeom prst="rect"/>
        </p:spPr>
        <p:txBody>
          <a:bodyPr wrap="square" lIns="0" tIns="156845" rIns="0" bIns="0" rtlCol="0" vert="horz">
            <a:spAutoFit/>
          </a:bodyPr>
          <a:lstStyle/>
          <a:p>
            <a:pPr marL="12700" marR="5080">
              <a:lnSpc>
                <a:spcPts val="7300"/>
              </a:lnSpc>
              <a:spcBef>
                <a:spcPts val="1235"/>
              </a:spcBef>
            </a:pPr>
            <a:r>
              <a:rPr dirty="0" sz="6950" spc="2330"/>
              <a:t>PROJECT </a:t>
            </a:r>
            <a:r>
              <a:rPr dirty="0" sz="6950" spc="2420"/>
              <a:t>OVERVIEW</a:t>
            </a:r>
            <a:endParaRPr sz="6950"/>
          </a:p>
        </p:txBody>
      </p:sp>
      <p:sp>
        <p:nvSpPr>
          <p:cNvPr id="8" name="object 8" descr=""/>
          <p:cNvSpPr txBox="1"/>
          <p:nvPr/>
        </p:nvSpPr>
        <p:spPr>
          <a:xfrm>
            <a:off x="1209852" y="4459630"/>
            <a:ext cx="9238615" cy="398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5595" marR="531495" indent="-303530">
              <a:lnSpc>
                <a:spcPct val="116100"/>
              </a:lnSpc>
              <a:spcBef>
                <a:spcPts val="10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The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project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aims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to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5" b="1">
                <a:solidFill>
                  <a:srgbClr val="000001"/>
                </a:solidFill>
                <a:latin typeface="Tahoma"/>
                <a:cs typeface="Tahoma"/>
              </a:rPr>
              <a:t>predict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football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market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values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using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29" b="1">
                <a:solidFill>
                  <a:srgbClr val="000001"/>
                </a:solidFill>
                <a:latin typeface="Tahoma"/>
                <a:cs typeface="Tahoma"/>
              </a:rPr>
              <a:t>AI-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based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forecasting.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Clr>
                <a:srgbClr val="000001"/>
              </a:buClr>
              <a:buFont typeface="Arial MT"/>
              <a:buChar char="•"/>
            </a:pPr>
            <a:endParaRPr sz="2800">
              <a:latin typeface="Tahoma"/>
              <a:cs typeface="Tahoma"/>
            </a:endParaRPr>
          </a:p>
          <a:p>
            <a:pPr marL="315595" marR="5080" indent="-303530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z="2800" spc="-290" b="1">
                <a:solidFill>
                  <a:srgbClr val="000001"/>
                </a:solidFill>
                <a:latin typeface="Tahoma"/>
                <a:cs typeface="Tahoma"/>
              </a:rPr>
              <a:t>It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combines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multiple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0" b="1">
                <a:solidFill>
                  <a:srgbClr val="000001"/>
                </a:solidFill>
                <a:latin typeface="Tahoma"/>
                <a:cs typeface="Tahoma"/>
              </a:rPr>
              <a:t>factors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like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performance,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public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sentiment,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injury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records,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market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data.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Clr>
                <a:srgbClr val="000001"/>
              </a:buClr>
              <a:buFont typeface="Arial MT"/>
              <a:buChar char="•"/>
            </a:pPr>
            <a:endParaRPr sz="2800">
              <a:latin typeface="Tahoma"/>
              <a:cs typeface="Tahoma"/>
            </a:endParaRPr>
          </a:p>
          <a:p>
            <a:pPr marL="315595" marR="63500" indent="-303530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The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idea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is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to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make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valuation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data-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driven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instead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0" b="1">
                <a:solidFill>
                  <a:srgbClr val="000001"/>
                </a:solidFill>
                <a:latin typeface="Tahoma"/>
                <a:cs typeface="Tahoma"/>
              </a:rPr>
              <a:t>of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depending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only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on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human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opinion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or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hype.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26450" y="6994297"/>
            <a:ext cx="4182110" cy="1945639"/>
          </a:xfrm>
          <a:custGeom>
            <a:avLst/>
            <a:gdLst/>
            <a:ahLst/>
            <a:cxnLst/>
            <a:rect l="l" t="t" r="r" b="b"/>
            <a:pathLst>
              <a:path w="4182109" h="1945640">
                <a:moveTo>
                  <a:pt x="2598232" y="333414"/>
                </a:moveTo>
                <a:lnTo>
                  <a:pt x="2668863" y="378068"/>
                </a:lnTo>
                <a:lnTo>
                  <a:pt x="2671779" y="364886"/>
                </a:lnTo>
                <a:lnTo>
                  <a:pt x="2667778" y="362357"/>
                </a:lnTo>
                <a:lnTo>
                  <a:pt x="2670408" y="348994"/>
                </a:lnTo>
                <a:lnTo>
                  <a:pt x="2666067" y="346250"/>
                </a:lnTo>
                <a:lnTo>
                  <a:pt x="2649093" y="305468"/>
                </a:lnTo>
                <a:lnTo>
                  <a:pt x="2629536" y="263053"/>
                </a:lnTo>
                <a:lnTo>
                  <a:pt x="2607789" y="219254"/>
                </a:lnTo>
                <a:lnTo>
                  <a:pt x="2577457" y="185052"/>
                </a:lnTo>
                <a:lnTo>
                  <a:pt x="2418862" y="84785"/>
                </a:lnTo>
                <a:lnTo>
                  <a:pt x="2325419" y="55759"/>
                </a:lnTo>
                <a:lnTo>
                  <a:pt x="2490542" y="160153"/>
                </a:lnTo>
                <a:lnTo>
                  <a:pt x="2504308" y="183882"/>
                </a:lnTo>
                <a:lnTo>
                  <a:pt x="2545545" y="209952"/>
                </a:lnTo>
                <a:lnTo>
                  <a:pt x="2549052" y="227195"/>
                </a:lnTo>
                <a:lnTo>
                  <a:pt x="2558940" y="233447"/>
                </a:lnTo>
                <a:lnTo>
                  <a:pt x="2561651" y="250185"/>
                </a:lnTo>
                <a:lnTo>
                  <a:pt x="2579764" y="261637"/>
                </a:lnTo>
                <a:lnTo>
                  <a:pt x="2581771" y="277931"/>
                </a:lnTo>
                <a:lnTo>
                  <a:pt x="2590342" y="283349"/>
                </a:lnTo>
                <a:lnTo>
                  <a:pt x="2591884" y="299350"/>
                </a:lnTo>
                <a:lnTo>
                  <a:pt x="2595300" y="316535"/>
                </a:lnTo>
                <a:lnTo>
                  <a:pt x="2598232" y="333414"/>
                </a:lnTo>
                <a:close/>
              </a:path>
              <a:path w="4182109" h="1945640">
                <a:moveTo>
                  <a:pt x="1554672" y="1086027"/>
                </a:moveTo>
                <a:lnTo>
                  <a:pt x="1631709" y="1134731"/>
                </a:lnTo>
                <a:lnTo>
                  <a:pt x="1630385" y="1118869"/>
                </a:lnTo>
                <a:lnTo>
                  <a:pt x="1622353" y="1113791"/>
                </a:lnTo>
                <a:lnTo>
                  <a:pt x="1621186" y="1098028"/>
                </a:lnTo>
                <a:lnTo>
                  <a:pt x="1598732" y="1038756"/>
                </a:lnTo>
                <a:lnTo>
                  <a:pt x="1586527" y="985964"/>
                </a:lnTo>
                <a:lnTo>
                  <a:pt x="1576996" y="934863"/>
                </a:lnTo>
                <a:lnTo>
                  <a:pt x="1570442" y="885644"/>
                </a:lnTo>
                <a:lnTo>
                  <a:pt x="1573951" y="827761"/>
                </a:lnTo>
                <a:lnTo>
                  <a:pt x="1576179" y="784094"/>
                </a:lnTo>
                <a:lnTo>
                  <a:pt x="1587615" y="731223"/>
                </a:lnTo>
                <a:lnTo>
                  <a:pt x="1601443" y="679864"/>
                </a:lnTo>
                <a:lnTo>
                  <a:pt x="1610851" y="640736"/>
                </a:lnTo>
                <a:lnTo>
                  <a:pt x="1629385" y="592353"/>
                </a:lnTo>
                <a:lnTo>
                  <a:pt x="1650233" y="545433"/>
                </a:lnTo>
                <a:lnTo>
                  <a:pt x="1673367" y="499958"/>
                </a:lnTo>
                <a:lnTo>
                  <a:pt x="1698761" y="455911"/>
                </a:lnTo>
                <a:lnTo>
                  <a:pt x="1726389" y="413277"/>
                </a:lnTo>
                <a:lnTo>
                  <a:pt x="1756223" y="372038"/>
                </a:lnTo>
                <a:lnTo>
                  <a:pt x="1788237" y="332177"/>
                </a:lnTo>
                <a:lnTo>
                  <a:pt x="1822405" y="293678"/>
                </a:lnTo>
                <a:lnTo>
                  <a:pt x="1858700" y="256523"/>
                </a:lnTo>
                <a:lnTo>
                  <a:pt x="1890308" y="231430"/>
                </a:lnTo>
                <a:lnTo>
                  <a:pt x="1930776" y="196914"/>
                </a:lnTo>
                <a:lnTo>
                  <a:pt x="1967288" y="174922"/>
                </a:lnTo>
                <a:lnTo>
                  <a:pt x="2013394" y="143970"/>
                </a:lnTo>
                <a:lnTo>
                  <a:pt x="2055608" y="125583"/>
                </a:lnTo>
                <a:lnTo>
                  <a:pt x="2107588" y="98345"/>
                </a:lnTo>
                <a:lnTo>
                  <a:pt x="2149062" y="94515"/>
                </a:lnTo>
                <a:lnTo>
                  <a:pt x="2200476" y="81944"/>
                </a:lnTo>
                <a:lnTo>
                  <a:pt x="2248343" y="82156"/>
                </a:lnTo>
                <a:lnTo>
                  <a:pt x="2295590" y="81976"/>
                </a:lnTo>
                <a:lnTo>
                  <a:pt x="2338768" y="94249"/>
                </a:lnTo>
                <a:lnTo>
                  <a:pt x="2430176" y="121989"/>
                </a:lnTo>
                <a:lnTo>
                  <a:pt x="2325419" y="55759"/>
                </a:lnTo>
                <a:lnTo>
                  <a:pt x="2273142" y="52759"/>
                </a:lnTo>
                <a:lnTo>
                  <a:pt x="2228998" y="39875"/>
                </a:lnTo>
                <a:lnTo>
                  <a:pt x="2179804" y="38824"/>
                </a:lnTo>
                <a:lnTo>
                  <a:pt x="2132741" y="39121"/>
                </a:lnTo>
                <a:lnTo>
                  <a:pt x="2088202" y="41013"/>
                </a:lnTo>
                <a:lnTo>
                  <a:pt x="2046578" y="44748"/>
                </a:lnTo>
                <a:lnTo>
                  <a:pt x="1996255" y="58008"/>
                </a:lnTo>
                <a:lnTo>
                  <a:pt x="1948507" y="72897"/>
                </a:lnTo>
                <a:lnTo>
                  <a:pt x="1933454" y="78405"/>
                </a:lnTo>
                <a:lnTo>
                  <a:pt x="1975806" y="105181"/>
                </a:lnTo>
                <a:lnTo>
                  <a:pt x="1928234" y="135206"/>
                </a:lnTo>
                <a:lnTo>
                  <a:pt x="1890182" y="156225"/>
                </a:lnTo>
                <a:lnTo>
                  <a:pt x="1847991" y="189652"/>
                </a:lnTo>
                <a:lnTo>
                  <a:pt x="1808363" y="224699"/>
                </a:lnTo>
                <a:lnTo>
                  <a:pt x="1771212" y="261312"/>
                </a:lnTo>
                <a:lnTo>
                  <a:pt x="1736454" y="299439"/>
                </a:lnTo>
                <a:lnTo>
                  <a:pt x="1704003" y="339023"/>
                </a:lnTo>
                <a:lnTo>
                  <a:pt x="1673775" y="380013"/>
                </a:lnTo>
                <a:lnTo>
                  <a:pt x="1645683" y="422354"/>
                </a:lnTo>
                <a:lnTo>
                  <a:pt x="1619644" y="465992"/>
                </a:lnTo>
                <a:lnTo>
                  <a:pt x="1602358" y="500140"/>
                </a:lnTo>
                <a:lnTo>
                  <a:pt x="1580375" y="546343"/>
                </a:lnTo>
                <a:lnTo>
                  <a:pt x="1574497" y="556346"/>
                </a:lnTo>
                <a:lnTo>
                  <a:pt x="1574146" y="557430"/>
                </a:lnTo>
                <a:lnTo>
                  <a:pt x="1517153" y="521398"/>
                </a:lnTo>
                <a:lnTo>
                  <a:pt x="1502837" y="572448"/>
                </a:lnTo>
                <a:lnTo>
                  <a:pt x="1492051" y="625730"/>
                </a:lnTo>
                <a:lnTo>
                  <a:pt x="1490246" y="669664"/>
                </a:lnTo>
                <a:lnTo>
                  <a:pt x="1483752" y="725660"/>
                </a:lnTo>
                <a:lnTo>
                  <a:pt x="1486047" y="772187"/>
                </a:lnTo>
                <a:lnTo>
                  <a:pt x="1490248" y="819918"/>
                </a:lnTo>
                <a:lnTo>
                  <a:pt x="1496258" y="868794"/>
                </a:lnTo>
                <a:lnTo>
                  <a:pt x="1503981" y="918752"/>
                </a:lnTo>
                <a:lnTo>
                  <a:pt x="1513321" y="969733"/>
                </a:lnTo>
                <a:lnTo>
                  <a:pt x="1530968" y="1010940"/>
                </a:lnTo>
                <a:lnTo>
                  <a:pt x="1537103" y="1044869"/>
                </a:lnTo>
                <a:lnTo>
                  <a:pt x="1550834" y="1068575"/>
                </a:lnTo>
                <a:lnTo>
                  <a:pt x="1554672" y="1086027"/>
                </a:lnTo>
                <a:close/>
              </a:path>
              <a:path w="4182109" h="1945640">
                <a:moveTo>
                  <a:pt x="2609486" y="355554"/>
                </a:moveTo>
                <a:lnTo>
                  <a:pt x="2670713" y="394263"/>
                </a:lnTo>
                <a:lnTo>
                  <a:pt x="2673251" y="380842"/>
                </a:lnTo>
                <a:lnTo>
                  <a:pt x="2607481" y="339261"/>
                </a:lnTo>
                <a:lnTo>
                  <a:pt x="2609486" y="355554"/>
                </a:lnTo>
                <a:close/>
              </a:path>
              <a:path w="4182109" h="1945640">
                <a:moveTo>
                  <a:pt x="1756369" y="1408872"/>
                </a:moveTo>
                <a:lnTo>
                  <a:pt x="1981641" y="1551294"/>
                </a:lnTo>
                <a:lnTo>
                  <a:pt x="1946050" y="1513767"/>
                </a:lnTo>
                <a:lnTo>
                  <a:pt x="1904126" y="1487262"/>
                </a:lnTo>
                <a:lnTo>
                  <a:pt x="1734455" y="1304866"/>
                </a:lnTo>
                <a:lnTo>
                  <a:pt x="1709185" y="1258839"/>
                </a:lnTo>
                <a:lnTo>
                  <a:pt x="1684765" y="1213350"/>
                </a:lnTo>
                <a:lnTo>
                  <a:pt x="1734385" y="1214670"/>
                </a:lnTo>
                <a:lnTo>
                  <a:pt x="1782351" y="1214945"/>
                </a:lnTo>
                <a:lnTo>
                  <a:pt x="1835481" y="1203459"/>
                </a:lnTo>
                <a:lnTo>
                  <a:pt x="1880230" y="1201700"/>
                </a:lnTo>
                <a:lnTo>
                  <a:pt x="1930203" y="1188218"/>
                </a:lnTo>
                <a:lnTo>
                  <a:pt x="1978642" y="1173767"/>
                </a:lnTo>
                <a:lnTo>
                  <a:pt x="2032365" y="1147630"/>
                </a:lnTo>
                <a:lnTo>
                  <a:pt x="2077828" y="1131297"/>
                </a:lnTo>
                <a:lnTo>
                  <a:pt x="2121847" y="1114051"/>
                </a:lnTo>
                <a:lnTo>
                  <a:pt x="2171240" y="1085177"/>
                </a:lnTo>
                <a:lnTo>
                  <a:pt x="2219249" y="1055429"/>
                </a:lnTo>
                <a:lnTo>
                  <a:pt x="2259118" y="1035559"/>
                </a:lnTo>
                <a:lnTo>
                  <a:pt x="2302418" y="1002833"/>
                </a:lnTo>
                <a:lnTo>
                  <a:pt x="2337866" y="980168"/>
                </a:lnTo>
                <a:lnTo>
                  <a:pt x="2378816" y="945957"/>
                </a:lnTo>
                <a:lnTo>
                  <a:pt x="2418266" y="910797"/>
                </a:lnTo>
                <a:lnTo>
                  <a:pt x="2449208" y="885283"/>
                </a:lnTo>
                <a:lnTo>
                  <a:pt x="2484999" y="847810"/>
                </a:lnTo>
                <a:lnTo>
                  <a:pt x="2518635" y="808974"/>
                </a:lnTo>
                <a:lnTo>
                  <a:pt x="2549895" y="768637"/>
                </a:lnTo>
                <a:lnTo>
                  <a:pt x="2578563" y="726661"/>
                </a:lnTo>
                <a:lnTo>
                  <a:pt x="2604421" y="682907"/>
                </a:lnTo>
                <a:lnTo>
                  <a:pt x="2627250" y="637239"/>
                </a:lnTo>
                <a:lnTo>
                  <a:pt x="2646832" y="589518"/>
                </a:lnTo>
                <a:lnTo>
                  <a:pt x="2668595" y="498101"/>
                </a:lnTo>
                <a:lnTo>
                  <a:pt x="2670341" y="454128"/>
                </a:lnTo>
                <a:lnTo>
                  <a:pt x="2674753" y="396817"/>
                </a:lnTo>
                <a:lnTo>
                  <a:pt x="2611715" y="356963"/>
                </a:lnTo>
                <a:lnTo>
                  <a:pt x="2605903" y="368314"/>
                </a:lnTo>
                <a:lnTo>
                  <a:pt x="2606461" y="368666"/>
                </a:lnTo>
                <a:lnTo>
                  <a:pt x="2606841" y="413983"/>
                </a:lnTo>
                <a:lnTo>
                  <a:pt x="2601609" y="455751"/>
                </a:lnTo>
                <a:lnTo>
                  <a:pt x="2584697" y="505160"/>
                </a:lnTo>
                <a:lnTo>
                  <a:pt x="2570190" y="541064"/>
                </a:lnTo>
                <a:lnTo>
                  <a:pt x="2545026" y="585255"/>
                </a:lnTo>
                <a:lnTo>
                  <a:pt x="2516502" y="627323"/>
                </a:lnTo>
                <a:lnTo>
                  <a:pt x="2485129" y="667589"/>
                </a:lnTo>
                <a:lnTo>
                  <a:pt x="2451419" y="706378"/>
                </a:lnTo>
                <a:lnTo>
                  <a:pt x="2415882" y="744012"/>
                </a:lnTo>
                <a:lnTo>
                  <a:pt x="2397456" y="762413"/>
                </a:lnTo>
                <a:lnTo>
                  <a:pt x="2449584" y="795370"/>
                </a:lnTo>
                <a:lnTo>
                  <a:pt x="2424547" y="824616"/>
                </a:lnTo>
                <a:lnTo>
                  <a:pt x="2398459" y="853199"/>
                </a:lnTo>
                <a:lnTo>
                  <a:pt x="2378178" y="870427"/>
                </a:lnTo>
                <a:lnTo>
                  <a:pt x="2350202" y="897816"/>
                </a:lnTo>
                <a:lnTo>
                  <a:pt x="2309909" y="932443"/>
                </a:lnTo>
                <a:lnTo>
                  <a:pt x="2275001" y="955449"/>
                </a:lnTo>
                <a:lnTo>
                  <a:pt x="2231878" y="988287"/>
                </a:lnTo>
                <a:lnTo>
                  <a:pt x="2187299" y="1020204"/>
                </a:lnTo>
                <a:lnTo>
                  <a:pt x="2148026" y="1040451"/>
                </a:lnTo>
                <a:lnTo>
                  <a:pt x="2100457" y="1070477"/>
                </a:lnTo>
                <a:lnTo>
                  <a:pt x="2058139" y="1088799"/>
                </a:lnTo>
                <a:lnTo>
                  <a:pt x="2007472" y="1116867"/>
                </a:lnTo>
                <a:lnTo>
                  <a:pt x="1962001" y="1133195"/>
                </a:lnTo>
                <a:lnTo>
                  <a:pt x="1914915" y="1148502"/>
                </a:lnTo>
                <a:lnTo>
                  <a:pt x="1866185" y="1162770"/>
                </a:lnTo>
                <a:lnTo>
                  <a:pt x="1815785" y="1175982"/>
                </a:lnTo>
                <a:lnTo>
                  <a:pt x="1763688" y="1188121"/>
                </a:lnTo>
                <a:lnTo>
                  <a:pt x="1716654" y="1188435"/>
                </a:lnTo>
                <a:lnTo>
                  <a:pt x="1667869" y="1187643"/>
                </a:lnTo>
                <a:lnTo>
                  <a:pt x="1573625" y="1128060"/>
                </a:lnTo>
                <a:lnTo>
                  <a:pt x="1547455" y="1126540"/>
                </a:lnTo>
                <a:lnTo>
                  <a:pt x="1588710" y="1152622"/>
                </a:lnTo>
                <a:lnTo>
                  <a:pt x="1588677" y="1167627"/>
                </a:lnTo>
                <a:lnTo>
                  <a:pt x="1602288" y="1176232"/>
                </a:lnTo>
                <a:lnTo>
                  <a:pt x="1602372" y="1191310"/>
                </a:lnTo>
                <a:lnTo>
                  <a:pt x="1595058" y="1186686"/>
                </a:lnTo>
                <a:lnTo>
                  <a:pt x="1568336" y="1184817"/>
                </a:lnTo>
                <a:lnTo>
                  <a:pt x="1618502" y="1216533"/>
                </a:lnTo>
                <a:lnTo>
                  <a:pt x="1679817" y="1315399"/>
                </a:lnTo>
                <a:lnTo>
                  <a:pt x="1743414" y="1385657"/>
                </a:lnTo>
                <a:lnTo>
                  <a:pt x="1756369" y="1408872"/>
                </a:lnTo>
                <a:close/>
              </a:path>
              <a:path w="4182109" h="1945640">
                <a:moveTo>
                  <a:pt x="1980782" y="1640902"/>
                </a:moveTo>
                <a:lnTo>
                  <a:pt x="2230602" y="1798843"/>
                </a:lnTo>
                <a:lnTo>
                  <a:pt x="2514227" y="1888005"/>
                </a:lnTo>
                <a:lnTo>
                  <a:pt x="2567417" y="1891583"/>
                </a:lnTo>
                <a:lnTo>
                  <a:pt x="2659245" y="1919588"/>
                </a:lnTo>
                <a:lnTo>
                  <a:pt x="2763152" y="1925179"/>
                </a:lnTo>
                <a:lnTo>
                  <a:pt x="2807688" y="1938310"/>
                </a:lnTo>
                <a:lnTo>
                  <a:pt x="2858552" y="1940417"/>
                </a:lnTo>
                <a:lnTo>
                  <a:pt x="2958791" y="1943689"/>
                </a:lnTo>
                <a:lnTo>
                  <a:pt x="3056856" y="1945587"/>
                </a:lnTo>
                <a:lnTo>
                  <a:pt x="3111789" y="1935241"/>
                </a:lnTo>
                <a:lnTo>
                  <a:pt x="3159306" y="1935232"/>
                </a:lnTo>
                <a:lnTo>
                  <a:pt x="3206167" y="1934808"/>
                </a:lnTo>
                <a:lnTo>
                  <a:pt x="3259130" y="1923216"/>
                </a:lnTo>
                <a:lnTo>
                  <a:pt x="3304865" y="1922080"/>
                </a:lnTo>
                <a:lnTo>
                  <a:pt x="3356589" y="1909705"/>
                </a:lnTo>
                <a:lnTo>
                  <a:pt x="3400689" y="1907536"/>
                </a:lnTo>
                <a:lnTo>
                  <a:pt x="3450702" y="1894079"/>
                </a:lnTo>
                <a:lnTo>
                  <a:pt x="3499803" y="1880046"/>
                </a:lnTo>
                <a:lnTo>
                  <a:pt x="3547954" y="1865413"/>
                </a:lnTo>
                <a:lnTo>
                  <a:pt x="3595118" y="1850155"/>
                </a:lnTo>
                <a:lnTo>
                  <a:pt x="3634471" y="1844984"/>
                </a:lnTo>
                <a:lnTo>
                  <a:pt x="3679547" y="1828406"/>
                </a:lnTo>
                <a:lnTo>
                  <a:pt x="3730309" y="1800398"/>
                </a:lnTo>
                <a:lnTo>
                  <a:pt x="3773147" y="1782405"/>
                </a:lnTo>
                <a:lnTo>
                  <a:pt x="3814809" y="1763669"/>
                </a:lnTo>
                <a:lnTo>
                  <a:pt x="3855257" y="1744165"/>
                </a:lnTo>
                <a:lnTo>
                  <a:pt x="3901240" y="1713136"/>
                </a:lnTo>
                <a:lnTo>
                  <a:pt x="3939148" y="1692026"/>
                </a:lnTo>
                <a:lnTo>
                  <a:pt x="3984220" y="1660421"/>
                </a:lnTo>
                <a:lnTo>
                  <a:pt x="4034830" y="1617291"/>
                </a:lnTo>
                <a:lnTo>
                  <a:pt x="4077608" y="1584236"/>
                </a:lnTo>
                <a:lnTo>
                  <a:pt x="4119549" y="1550651"/>
                </a:lnTo>
                <a:lnTo>
                  <a:pt x="4076499" y="1523433"/>
                </a:lnTo>
                <a:lnTo>
                  <a:pt x="4099942" y="1508204"/>
                </a:lnTo>
                <a:lnTo>
                  <a:pt x="4129859" y="1482042"/>
                </a:lnTo>
                <a:lnTo>
                  <a:pt x="4152681" y="1466421"/>
                </a:lnTo>
                <a:lnTo>
                  <a:pt x="4181987" y="1439873"/>
                </a:lnTo>
                <a:lnTo>
                  <a:pt x="4139233" y="1412843"/>
                </a:lnTo>
                <a:lnTo>
                  <a:pt x="4121448" y="1416624"/>
                </a:lnTo>
                <a:lnTo>
                  <a:pt x="4080618" y="1450911"/>
                </a:lnTo>
                <a:lnTo>
                  <a:pt x="4039038" y="1484725"/>
                </a:lnTo>
                <a:lnTo>
                  <a:pt x="4003454" y="1507304"/>
                </a:lnTo>
                <a:lnTo>
                  <a:pt x="3960252" y="1540091"/>
                </a:lnTo>
                <a:lnTo>
                  <a:pt x="3916177" y="1572327"/>
                </a:lnTo>
                <a:lnTo>
                  <a:pt x="3890709" y="1586276"/>
                </a:lnTo>
                <a:lnTo>
                  <a:pt x="3943088" y="1619391"/>
                </a:lnTo>
                <a:lnTo>
                  <a:pt x="3906577" y="1641384"/>
                </a:lnTo>
                <a:lnTo>
                  <a:pt x="3862273" y="1673475"/>
                </a:lnTo>
                <a:lnTo>
                  <a:pt x="3816884" y="1704880"/>
                </a:lnTo>
                <a:lnTo>
                  <a:pt x="3777120" y="1724816"/>
                </a:lnTo>
                <a:lnTo>
                  <a:pt x="3736117" y="1743969"/>
                </a:lnTo>
                <a:lnTo>
                  <a:pt x="3687012" y="1773025"/>
                </a:lnTo>
                <a:lnTo>
                  <a:pt x="3643299" y="1790465"/>
                </a:lnTo>
                <a:lnTo>
                  <a:pt x="3598116" y="1806975"/>
                </a:lnTo>
                <a:lnTo>
                  <a:pt x="3551385" y="1822506"/>
                </a:lnTo>
                <a:lnTo>
                  <a:pt x="3503029" y="1837010"/>
                </a:lnTo>
                <a:lnTo>
                  <a:pt x="3452970" y="1850437"/>
                </a:lnTo>
                <a:lnTo>
                  <a:pt x="3401478" y="1862959"/>
                </a:lnTo>
                <a:lnTo>
                  <a:pt x="3349248" y="1875014"/>
                </a:lnTo>
                <a:lnTo>
                  <a:pt x="3296297" y="1886613"/>
                </a:lnTo>
                <a:lnTo>
                  <a:pt x="3242642" y="1897767"/>
                </a:lnTo>
                <a:lnTo>
                  <a:pt x="3195085" y="1897751"/>
                </a:lnTo>
                <a:lnTo>
                  <a:pt x="3140071" y="1908046"/>
                </a:lnTo>
                <a:lnTo>
                  <a:pt x="3091189" y="1907192"/>
                </a:lnTo>
                <a:lnTo>
                  <a:pt x="3041669" y="1905935"/>
                </a:lnTo>
                <a:lnTo>
                  <a:pt x="2984741" y="1915020"/>
                </a:lnTo>
                <a:lnTo>
                  <a:pt x="2882662" y="1910584"/>
                </a:lnTo>
                <a:lnTo>
                  <a:pt x="2778299" y="1904704"/>
                </a:lnTo>
                <a:lnTo>
                  <a:pt x="2725301" y="1901249"/>
                </a:lnTo>
                <a:lnTo>
                  <a:pt x="2678570" y="1886729"/>
                </a:lnTo>
                <a:lnTo>
                  <a:pt x="2624547" y="1882625"/>
                </a:lnTo>
                <a:lnTo>
                  <a:pt x="2580346" y="1869706"/>
                </a:lnTo>
                <a:lnTo>
                  <a:pt x="2528741" y="1867131"/>
                </a:lnTo>
                <a:lnTo>
                  <a:pt x="2250914" y="1781635"/>
                </a:lnTo>
                <a:lnTo>
                  <a:pt x="1870230" y="1540958"/>
                </a:lnTo>
                <a:lnTo>
                  <a:pt x="1904587" y="1577705"/>
                </a:lnTo>
                <a:lnTo>
                  <a:pt x="1945984" y="1603877"/>
                </a:lnTo>
                <a:lnTo>
                  <a:pt x="1980782" y="1640902"/>
                </a:lnTo>
                <a:close/>
              </a:path>
              <a:path w="4182109" h="1945640">
                <a:moveTo>
                  <a:pt x="1517153" y="521398"/>
                </a:moveTo>
                <a:lnTo>
                  <a:pt x="1573937" y="557298"/>
                </a:lnTo>
                <a:lnTo>
                  <a:pt x="1574497" y="556346"/>
                </a:lnTo>
                <a:lnTo>
                  <a:pt x="1590284" y="507532"/>
                </a:lnTo>
                <a:lnTo>
                  <a:pt x="1609094" y="459323"/>
                </a:lnTo>
                <a:lnTo>
                  <a:pt x="1630694" y="412878"/>
                </a:lnTo>
                <a:lnTo>
                  <a:pt x="1648416" y="379007"/>
                </a:lnTo>
                <a:lnTo>
                  <a:pt x="1655300" y="368333"/>
                </a:lnTo>
                <a:lnTo>
                  <a:pt x="1662184" y="357660"/>
                </a:lnTo>
                <a:lnTo>
                  <a:pt x="1706631" y="295609"/>
                </a:lnTo>
                <a:lnTo>
                  <a:pt x="1740574" y="256967"/>
                </a:lnTo>
                <a:lnTo>
                  <a:pt x="1777897" y="220463"/>
                </a:lnTo>
                <a:lnTo>
                  <a:pt x="1811932" y="196905"/>
                </a:lnTo>
                <a:lnTo>
                  <a:pt x="1854043" y="163427"/>
                </a:lnTo>
                <a:lnTo>
                  <a:pt x="1892116" y="142422"/>
                </a:lnTo>
                <a:lnTo>
                  <a:pt x="1932763" y="123044"/>
                </a:lnTo>
                <a:lnTo>
                  <a:pt x="1975806" y="105181"/>
                </a:lnTo>
                <a:lnTo>
                  <a:pt x="1933454" y="78405"/>
                </a:lnTo>
                <a:lnTo>
                  <a:pt x="1860791" y="107593"/>
                </a:lnTo>
                <a:lnTo>
                  <a:pt x="1820850" y="127417"/>
                </a:lnTo>
                <a:lnTo>
                  <a:pt x="1783537" y="148902"/>
                </a:lnTo>
                <a:lnTo>
                  <a:pt x="1742079" y="182793"/>
                </a:lnTo>
                <a:lnTo>
                  <a:pt x="1710062" y="207627"/>
                </a:lnTo>
                <a:lnTo>
                  <a:pt x="1673927" y="244882"/>
                </a:lnTo>
                <a:lnTo>
                  <a:pt x="1647260" y="273099"/>
                </a:lnTo>
                <a:lnTo>
                  <a:pt x="1616500" y="313753"/>
                </a:lnTo>
                <a:lnTo>
                  <a:pt x="1588448" y="356119"/>
                </a:lnTo>
                <a:lnTo>
                  <a:pt x="1569904" y="389470"/>
                </a:lnTo>
                <a:lnTo>
                  <a:pt x="1547307" y="435285"/>
                </a:lnTo>
                <a:lnTo>
                  <a:pt x="1527456" y="482836"/>
                </a:lnTo>
                <a:lnTo>
                  <a:pt x="1517153" y="521398"/>
                </a:lnTo>
                <a:close/>
              </a:path>
              <a:path w="4182109" h="1945640">
                <a:moveTo>
                  <a:pt x="1870230" y="1540958"/>
                </a:moveTo>
                <a:lnTo>
                  <a:pt x="2036261" y="1645926"/>
                </a:lnTo>
                <a:lnTo>
                  <a:pt x="1963513" y="1569883"/>
                </a:lnTo>
                <a:lnTo>
                  <a:pt x="2230645" y="1738769"/>
                </a:lnTo>
                <a:lnTo>
                  <a:pt x="2280590" y="1755321"/>
                </a:lnTo>
                <a:lnTo>
                  <a:pt x="2568333" y="1847086"/>
                </a:lnTo>
                <a:lnTo>
                  <a:pt x="2621496" y="1850646"/>
                </a:lnTo>
                <a:lnTo>
                  <a:pt x="2667384" y="1864632"/>
                </a:lnTo>
                <a:lnTo>
                  <a:pt x="2719552" y="1867563"/>
                </a:lnTo>
                <a:lnTo>
                  <a:pt x="2764406" y="1880896"/>
                </a:lnTo>
                <a:lnTo>
                  <a:pt x="2866031" y="1885044"/>
                </a:lnTo>
                <a:lnTo>
                  <a:pt x="2965316" y="1887713"/>
                </a:lnTo>
                <a:lnTo>
                  <a:pt x="3014033" y="1888463"/>
                </a:lnTo>
                <a:lnTo>
                  <a:pt x="3062108" y="1888806"/>
                </a:lnTo>
                <a:lnTo>
                  <a:pt x="3109521" y="1888731"/>
                </a:lnTo>
                <a:lnTo>
                  <a:pt x="3156252" y="1888225"/>
                </a:lnTo>
                <a:lnTo>
                  <a:pt x="3209070" y="1876542"/>
                </a:lnTo>
                <a:lnTo>
                  <a:pt x="3254380" y="1875137"/>
                </a:lnTo>
                <a:lnTo>
                  <a:pt x="3305738" y="1862531"/>
                </a:lnTo>
                <a:lnTo>
                  <a:pt x="3349551" y="1860180"/>
                </a:lnTo>
                <a:lnTo>
                  <a:pt x="3399373" y="1846603"/>
                </a:lnTo>
                <a:lnTo>
                  <a:pt x="3448397" y="1832521"/>
                </a:lnTo>
                <a:lnTo>
                  <a:pt x="3496605" y="1817923"/>
                </a:lnTo>
                <a:lnTo>
                  <a:pt x="3543976" y="1802797"/>
                </a:lnTo>
                <a:lnTo>
                  <a:pt x="3590493" y="1787130"/>
                </a:lnTo>
                <a:lnTo>
                  <a:pt x="3636134" y="1770909"/>
                </a:lnTo>
                <a:lnTo>
                  <a:pt x="3680882" y="1754124"/>
                </a:lnTo>
                <a:lnTo>
                  <a:pt x="3724717" y="1736762"/>
                </a:lnTo>
                <a:lnTo>
                  <a:pt x="3767619" y="1718809"/>
                </a:lnTo>
                <a:lnTo>
                  <a:pt x="3816355" y="1689521"/>
                </a:lnTo>
                <a:lnTo>
                  <a:pt x="3857334" y="1670353"/>
                </a:lnTo>
                <a:lnTo>
                  <a:pt x="3904109" y="1639824"/>
                </a:lnTo>
                <a:lnTo>
                  <a:pt x="3943088" y="1619391"/>
                </a:lnTo>
                <a:lnTo>
                  <a:pt x="3890709" y="1586276"/>
                </a:lnTo>
                <a:lnTo>
                  <a:pt x="3877975" y="1593251"/>
                </a:lnTo>
                <a:lnTo>
                  <a:pt x="3832033" y="1624306"/>
                </a:lnTo>
                <a:lnTo>
                  <a:pt x="3785096" y="1654732"/>
                </a:lnTo>
                <a:lnTo>
                  <a:pt x="3743910" y="1673770"/>
                </a:lnTo>
                <a:lnTo>
                  <a:pt x="3701649" y="1692127"/>
                </a:lnTo>
                <a:lnTo>
                  <a:pt x="3651483" y="1720512"/>
                </a:lnTo>
                <a:lnTo>
                  <a:pt x="3606947" y="1737432"/>
                </a:lnTo>
                <a:lnTo>
                  <a:pt x="3561213" y="1753593"/>
                </a:lnTo>
                <a:lnTo>
                  <a:pt x="3507453" y="1779706"/>
                </a:lnTo>
                <a:lnTo>
                  <a:pt x="3459200" y="1794275"/>
                </a:lnTo>
                <a:lnTo>
                  <a:pt x="3410240" y="1808397"/>
                </a:lnTo>
                <a:lnTo>
                  <a:pt x="3360321" y="1821914"/>
                </a:lnTo>
                <a:lnTo>
                  <a:pt x="3316262" y="1824109"/>
                </a:lnTo>
                <a:lnTo>
                  <a:pt x="3264521" y="1836473"/>
                </a:lnTo>
                <a:lnTo>
                  <a:pt x="3211918" y="1848292"/>
                </a:lnTo>
                <a:lnTo>
                  <a:pt x="3165271" y="1848851"/>
                </a:lnTo>
                <a:lnTo>
                  <a:pt x="3111039" y="1859640"/>
                </a:lnTo>
                <a:lnTo>
                  <a:pt x="3062828" y="1859211"/>
                </a:lnTo>
                <a:lnTo>
                  <a:pt x="3007096" y="1869052"/>
                </a:lnTo>
                <a:lnTo>
                  <a:pt x="2957450" y="1867715"/>
                </a:lnTo>
                <a:lnTo>
                  <a:pt x="2856182" y="1863792"/>
                </a:lnTo>
                <a:lnTo>
                  <a:pt x="2752496" y="1858341"/>
                </a:lnTo>
                <a:lnTo>
                  <a:pt x="2706613" y="1844358"/>
                </a:lnTo>
                <a:lnTo>
                  <a:pt x="2653435" y="1840788"/>
                </a:lnTo>
                <a:lnTo>
                  <a:pt x="2606989" y="1826450"/>
                </a:lnTo>
                <a:lnTo>
                  <a:pt x="2553655" y="1822781"/>
                </a:lnTo>
                <a:lnTo>
                  <a:pt x="2366227" y="1764386"/>
                </a:lnTo>
                <a:lnTo>
                  <a:pt x="2325789" y="1738820"/>
                </a:lnTo>
                <a:lnTo>
                  <a:pt x="2230819" y="1708829"/>
                </a:lnTo>
                <a:lnTo>
                  <a:pt x="1756369" y="1408872"/>
                </a:lnTo>
                <a:lnTo>
                  <a:pt x="1769324" y="1432088"/>
                </a:lnTo>
                <a:lnTo>
                  <a:pt x="1870230" y="1540958"/>
                </a:lnTo>
                <a:close/>
              </a:path>
              <a:path w="4182109" h="1945640">
                <a:moveTo>
                  <a:pt x="1573625" y="1128060"/>
                </a:moveTo>
                <a:lnTo>
                  <a:pt x="1654278" y="1179050"/>
                </a:lnTo>
                <a:lnTo>
                  <a:pt x="1654331" y="1164059"/>
                </a:lnTo>
                <a:lnTo>
                  <a:pt x="1647630" y="1159822"/>
                </a:lnTo>
                <a:lnTo>
                  <a:pt x="1695370" y="1159954"/>
                </a:lnTo>
                <a:lnTo>
                  <a:pt x="1741711" y="1159201"/>
                </a:lnTo>
                <a:lnTo>
                  <a:pt x="1793434" y="1146826"/>
                </a:lnTo>
                <a:lnTo>
                  <a:pt x="1836961" y="1144294"/>
                </a:lnTo>
                <a:lnTo>
                  <a:pt x="1885860" y="1130133"/>
                </a:lnTo>
                <a:lnTo>
                  <a:pt x="1926553" y="1125809"/>
                </a:lnTo>
                <a:lnTo>
                  <a:pt x="1972608" y="1109851"/>
                </a:lnTo>
                <a:lnTo>
                  <a:pt x="2017233" y="1092988"/>
                </a:lnTo>
                <a:lnTo>
                  <a:pt x="2060425" y="1075219"/>
                </a:lnTo>
                <a:lnTo>
                  <a:pt x="2108964" y="1045805"/>
                </a:lnTo>
                <a:lnTo>
                  <a:pt x="2149271" y="1026213"/>
                </a:lnTo>
                <a:lnTo>
                  <a:pt x="2194917" y="994970"/>
                </a:lnTo>
                <a:lnTo>
                  <a:pt x="2232321" y="973542"/>
                </a:lnTo>
                <a:lnTo>
                  <a:pt x="2276563" y="941411"/>
                </a:lnTo>
                <a:lnTo>
                  <a:pt x="2319976" y="908757"/>
                </a:lnTo>
                <a:lnTo>
                  <a:pt x="2362315" y="875423"/>
                </a:lnTo>
                <a:lnTo>
                  <a:pt x="2403337" y="841257"/>
                </a:lnTo>
                <a:lnTo>
                  <a:pt x="2449584" y="795370"/>
                </a:lnTo>
                <a:lnTo>
                  <a:pt x="2397456" y="762413"/>
                </a:lnTo>
                <a:lnTo>
                  <a:pt x="2379030" y="780814"/>
                </a:lnTo>
                <a:lnTo>
                  <a:pt x="2348160" y="806374"/>
                </a:lnTo>
                <a:lnTo>
                  <a:pt x="2310210" y="842482"/>
                </a:lnTo>
                <a:lnTo>
                  <a:pt x="2276368" y="866162"/>
                </a:lnTo>
                <a:lnTo>
                  <a:pt x="2234683" y="899909"/>
                </a:lnTo>
                <a:lnTo>
                  <a:pt x="2191857" y="932934"/>
                </a:lnTo>
                <a:lnTo>
                  <a:pt x="2147800" y="965182"/>
                </a:lnTo>
                <a:lnTo>
                  <a:pt x="2109214" y="985862"/>
                </a:lnTo>
                <a:lnTo>
                  <a:pt x="2062436" y="1016389"/>
                </a:lnTo>
                <a:lnTo>
                  <a:pt x="2020954" y="1035239"/>
                </a:lnTo>
                <a:lnTo>
                  <a:pt x="1977892" y="1053091"/>
                </a:lnTo>
                <a:lnTo>
                  <a:pt x="1926378" y="1080623"/>
                </a:lnTo>
                <a:lnTo>
                  <a:pt x="1879897" y="1096313"/>
                </a:lnTo>
                <a:lnTo>
                  <a:pt x="1831576" y="1110839"/>
                </a:lnTo>
                <a:lnTo>
                  <a:pt x="1788113" y="1113411"/>
                </a:lnTo>
                <a:lnTo>
                  <a:pt x="1735848" y="1125444"/>
                </a:lnTo>
                <a:lnTo>
                  <a:pt x="1688267" y="1125412"/>
                </a:lnTo>
                <a:lnTo>
                  <a:pt x="1631709" y="1134731"/>
                </a:lnTo>
                <a:lnTo>
                  <a:pt x="1554672" y="1086027"/>
                </a:lnTo>
                <a:lnTo>
                  <a:pt x="1558510" y="1103479"/>
                </a:lnTo>
                <a:lnTo>
                  <a:pt x="1573625" y="1128060"/>
                </a:lnTo>
                <a:close/>
              </a:path>
              <a:path w="4182109" h="1945640">
                <a:moveTo>
                  <a:pt x="1573937" y="557298"/>
                </a:moveTo>
                <a:lnTo>
                  <a:pt x="1574146" y="557430"/>
                </a:lnTo>
                <a:lnTo>
                  <a:pt x="1574497" y="556346"/>
                </a:lnTo>
                <a:lnTo>
                  <a:pt x="1573937" y="557298"/>
                </a:lnTo>
                <a:close/>
              </a:path>
              <a:path w="4182109" h="1945640">
                <a:moveTo>
                  <a:pt x="88259" y="8679"/>
                </a:moveTo>
                <a:lnTo>
                  <a:pt x="126058" y="32575"/>
                </a:lnTo>
                <a:lnTo>
                  <a:pt x="178108" y="35432"/>
                </a:lnTo>
                <a:lnTo>
                  <a:pt x="223819" y="49306"/>
                </a:lnTo>
                <a:lnTo>
                  <a:pt x="276801" y="52752"/>
                </a:lnTo>
                <a:lnTo>
                  <a:pt x="323516" y="67261"/>
                </a:lnTo>
                <a:lnTo>
                  <a:pt x="377573" y="71386"/>
                </a:lnTo>
                <a:lnTo>
                  <a:pt x="473919" y="102248"/>
                </a:lnTo>
                <a:lnTo>
                  <a:pt x="516280" y="129030"/>
                </a:lnTo>
                <a:lnTo>
                  <a:pt x="566125" y="145517"/>
                </a:lnTo>
                <a:lnTo>
                  <a:pt x="668658" y="210341"/>
                </a:lnTo>
                <a:lnTo>
                  <a:pt x="684931" y="205604"/>
                </a:lnTo>
                <a:lnTo>
                  <a:pt x="695623" y="212364"/>
                </a:lnTo>
                <a:lnTo>
                  <a:pt x="559949" y="111562"/>
                </a:lnTo>
                <a:lnTo>
                  <a:pt x="318504" y="34042"/>
                </a:lnTo>
                <a:lnTo>
                  <a:pt x="271766" y="19518"/>
                </a:lnTo>
                <a:lnTo>
                  <a:pt x="166171" y="12860"/>
                </a:lnTo>
                <a:lnTo>
                  <a:pt x="88259" y="8679"/>
                </a:lnTo>
                <a:close/>
              </a:path>
              <a:path w="4182109" h="1945640">
                <a:moveTo>
                  <a:pt x="296878" y="335900"/>
                </a:moveTo>
                <a:lnTo>
                  <a:pt x="395370" y="398168"/>
                </a:lnTo>
                <a:lnTo>
                  <a:pt x="368150" y="350909"/>
                </a:lnTo>
                <a:lnTo>
                  <a:pt x="133167" y="97171"/>
                </a:lnTo>
                <a:lnTo>
                  <a:pt x="106842" y="50477"/>
                </a:lnTo>
                <a:lnTo>
                  <a:pt x="291723" y="107262"/>
                </a:lnTo>
                <a:lnTo>
                  <a:pt x="344452" y="110548"/>
                </a:lnTo>
                <a:lnTo>
                  <a:pt x="528644" y="166897"/>
                </a:lnTo>
                <a:lnTo>
                  <a:pt x="581839" y="170477"/>
                </a:lnTo>
                <a:lnTo>
                  <a:pt x="628493" y="184948"/>
                </a:lnTo>
                <a:lnTo>
                  <a:pt x="566125" y="145517"/>
                </a:lnTo>
                <a:lnTo>
                  <a:pt x="518534" y="130455"/>
                </a:lnTo>
                <a:lnTo>
                  <a:pt x="464335" y="126239"/>
                </a:lnTo>
                <a:lnTo>
                  <a:pt x="322617" y="81718"/>
                </a:lnTo>
                <a:lnTo>
                  <a:pt x="268583" y="77607"/>
                </a:lnTo>
                <a:lnTo>
                  <a:pt x="126058" y="32575"/>
                </a:lnTo>
                <a:lnTo>
                  <a:pt x="88259" y="8679"/>
                </a:lnTo>
                <a:lnTo>
                  <a:pt x="11244" y="5064"/>
                </a:lnTo>
                <a:lnTo>
                  <a:pt x="3234" y="0"/>
                </a:lnTo>
                <a:lnTo>
                  <a:pt x="0" y="12980"/>
                </a:lnTo>
                <a:lnTo>
                  <a:pt x="16439" y="53424"/>
                </a:lnTo>
                <a:lnTo>
                  <a:pt x="78232" y="92491"/>
                </a:lnTo>
                <a:lnTo>
                  <a:pt x="152840" y="169710"/>
                </a:lnTo>
                <a:lnTo>
                  <a:pt x="183561" y="219183"/>
                </a:lnTo>
                <a:lnTo>
                  <a:pt x="258976" y="296912"/>
                </a:lnTo>
                <a:lnTo>
                  <a:pt x="262153" y="298921"/>
                </a:lnTo>
                <a:lnTo>
                  <a:pt x="296878" y="335900"/>
                </a:lnTo>
                <a:close/>
              </a:path>
              <a:path w="4182109" h="1945640">
                <a:moveTo>
                  <a:pt x="187508" y="732537"/>
                </a:moveTo>
                <a:lnTo>
                  <a:pt x="213657" y="734043"/>
                </a:lnTo>
                <a:lnTo>
                  <a:pt x="235862" y="733056"/>
                </a:lnTo>
                <a:lnTo>
                  <a:pt x="238049" y="734439"/>
                </a:lnTo>
                <a:lnTo>
                  <a:pt x="218543" y="631955"/>
                </a:lnTo>
                <a:lnTo>
                  <a:pt x="202047" y="591476"/>
                </a:lnTo>
                <a:lnTo>
                  <a:pt x="192361" y="540277"/>
                </a:lnTo>
                <a:lnTo>
                  <a:pt x="166252" y="448643"/>
                </a:lnTo>
                <a:lnTo>
                  <a:pt x="120873" y="254676"/>
                </a:lnTo>
                <a:lnTo>
                  <a:pt x="111207" y="203489"/>
                </a:lnTo>
                <a:lnTo>
                  <a:pt x="220798" y="272775"/>
                </a:lnTo>
                <a:lnTo>
                  <a:pt x="118208" y="162840"/>
                </a:lnTo>
                <a:lnTo>
                  <a:pt x="91227" y="115732"/>
                </a:lnTo>
                <a:lnTo>
                  <a:pt x="78232" y="92491"/>
                </a:lnTo>
                <a:lnTo>
                  <a:pt x="16439" y="53424"/>
                </a:lnTo>
                <a:lnTo>
                  <a:pt x="26039" y="104569"/>
                </a:lnTo>
                <a:lnTo>
                  <a:pt x="27711" y="105626"/>
                </a:lnTo>
                <a:lnTo>
                  <a:pt x="73989" y="315187"/>
                </a:lnTo>
                <a:lnTo>
                  <a:pt x="115413" y="461578"/>
                </a:lnTo>
                <a:lnTo>
                  <a:pt x="161810" y="671214"/>
                </a:lnTo>
                <a:lnTo>
                  <a:pt x="180275" y="712938"/>
                </a:lnTo>
                <a:lnTo>
                  <a:pt x="187508" y="732537"/>
                </a:lnTo>
                <a:close/>
              </a:path>
              <a:path w="4182109" h="1945640">
                <a:moveTo>
                  <a:pt x="296878" y="335900"/>
                </a:moveTo>
                <a:lnTo>
                  <a:pt x="262153" y="298921"/>
                </a:lnTo>
                <a:lnTo>
                  <a:pt x="258976" y="296912"/>
                </a:lnTo>
                <a:lnTo>
                  <a:pt x="296878" y="335900"/>
                </a:lnTo>
                <a:close/>
              </a:path>
              <a:path w="4182109" h="1945640">
                <a:moveTo>
                  <a:pt x="394384" y="472672"/>
                </a:moveTo>
                <a:lnTo>
                  <a:pt x="608335" y="607935"/>
                </a:lnTo>
                <a:lnTo>
                  <a:pt x="436268" y="424025"/>
                </a:lnTo>
                <a:lnTo>
                  <a:pt x="296878" y="335900"/>
                </a:lnTo>
                <a:lnTo>
                  <a:pt x="258976" y="296912"/>
                </a:lnTo>
                <a:lnTo>
                  <a:pt x="111207" y="203489"/>
                </a:lnTo>
                <a:lnTo>
                  <a:pt x="244886" y="348105"/>
                </a:lnTo>
                <a:lnTo>
                  <a:pt x="285486" y="373773"/>
                </a:lnTo>
                <a:lnTo>
                  <a:pt x="319423" y="410254"/>
                </a:lnTo>
                <a:lnTo>
                  <a:pt x="360253" y="436067"/>
                </a:lnTo>
                <a:lnTo>
                  <a:pt x="394384" y="472672"/>
                </a:lnTo>
                <a:close/>
              </a:path>
              <a:path w="4182109" h="1945640">
                <a:moveTo>
                  <a:pt x="1090663" y="972974"/>
                </a:moveTo>
                <a:lnTo>
                  <a:pt x="1247813" y="1072327"/>
                </a:lnTo>
                <a:lnTo>
                  <a:pt x="1438661" y="1132884"/>
                </a:lnTo>
                <a:lnTo>
                  <a:pt x="1475658" y="1141250"/>
                </a:lnTo>
                <a:lnTo>
                  <a:pt x="1547277" y="1156478"/>
                </a:lnTo>
                <a:lnTo>
                  <a:pt x="1588710" y="1152622"/>
                </a:lnTo>
                <a:lnTo>
                  <a:pt x="1547455" y="1126540"/>
                </a:lnTo>
                <a:lnTo>
                  <a:pt x="1521285" y="1125020"/>
                </a:lnTo>
                <a:lnTo>
                  <a:pt x="1474906" y="1110723"/>
                </a:lnTo>
                <a:lnTo>
                  <a:pt x="1420995" y="1106690"/>
                </a:lnTo>
                <a:lnTo>
                  <a:pt x="1275967" y="1060076"/>
                </a:lnTo>
                <a:lnTo>
                  <a:pt x="1233462" y="1033204"/>
                </a:lnTo>
                <a:lnTo>
                  <a:pt x="1183831" y="1016852"/>
                </a:lnTo>
                <a:lnTo>
                  <a:pt x="1140729" y="989602"/>
                </a:lnTo>
                <a:lnTo>
                  <a:pt x="1090663" y="972974"/>
                </a:lnTo>
                <a:close/>
              </a:path>
              <a:path w="4182109" h="1945640">
                <a:moveTo>
                  <a:pt x="800934" y="819852"/>
                </a:moveTo>
                <a:lnTo>
                  <a:pt x="1279811" y="1122607"/>
                </a:lnTo>
                <a:lnTo>
                  <a:pt x="1476563" y="1186897"/>
                </a:lnTo>
                <a:lnTo>
                  <a:pt x="1549230" y="1202789"/>
                </a:lnTo>
                <a:lnTo>
                  <a:pt x="1618502" y="1216533"/>
                </a:lnTo>
                <a:lnTo>
                  <a:pt x="1568336" y="1184817"/>
                </a:lnTo>
                <a:lnTo>
                  <a:pt x="1541615" y="1182949"/>
                </a:lnTo>
                <a:lnTo>
                  <a:pt x="1445653" y="1152330"/>
                </a:lnTo>
                <a:lnTo>
                  <a:pt x="1389762" y="1147045"/>
                </a:lnTo>
                <a:lnTo>
                  <a:pt x="1346829" y="1119902"/>
                </a:lnTo>
                <a:lnTo>
                  <a:pt x="1296595" y="1103168"/>
                </a:lnTo>
                <a:lnTo>
                  <a:pt x="1252733" y="1075438"/>
                </a:lnTo>
                <a:lnTo>
                  <a:pt x="1201770" y="1058243"/>
                </a:lnTo>
                <a:lnTo>
                  <a:pt x="764801" y="781983"/>
                </a:lnTo>
                <a:lnTo>
                  <a:pt x="800934" y="819852"/>
                </a:lnTo>
                <a:close/>
              </a:path>
              <a:path w="4182109" h="1945640">
                <a:moveTo>
                  <a:pt x="576147" y="632661"/>
                </a:moveTo>
                <a:lnTo>
                  <a:pt x="796346" y="771875"/>
                </a:lnTo>
                <a:lnTo>
                  <a:pt x="761278" y="734680"/>
                </a:lnTo>
                <a:lnTo>
                  <a:pt x="719513" y="708275"/>
                </a:lnTo>
                <a:lnTo>
                  <a:pt x="649826" y="634167"/>
                </a:lnTo>
                <a:lnTo>
                  <a:pt x="434831" y="498243"/>
                </a:lnTo>
                <a:lnTo>
                  <a:pt x="468474" y="534538"/>
                </a:lnTo>
                <a:lnTo>
                  <a:pt x="508894" y="560092"/>
                </a:lnTo>
                <a:lnTo>
                  <a:pt x="576147" y="632661"/>
                </a:lnTo>
                <a:close/>
              </a:path>
              <a:path w="4182109" h="1945640">
                <a:moveTo>
                  <a:pt x="650204" y="694507"/>
                </a:moveTo>
                <a:lnTo>
                  <a:pt x="917396" y="863431"/>
                </a:lnTo>
                <a:lnTo>
                  <a:pt x="881234" y="825544"/>
                </a:lnTo>
                <a:lnTo>
                  <a:pt x="616564" y="658214"/>
                </a:lnTo>
                <a:lnTo>
                  <a:pt x="650204" y="694507"/>
                </a:lnTo>
                <a:close/>
              </a:path>
              <a:path w="4182109" h="1945640">
                <a:moveTo>
                  <a:pt x="724317" y="756388"/>
                </a:moveTo>
                <a:lnTo>
                  <a:pt x="1157380" y="1030179"/>
                </a:lnTo>
                <a:lnTo>
                  <a:pt x="1206104" y="1045958"/>
                </a:lnTo>
                <a:lnTo>
                  <a:pt x="690644" y="720074"/>
                </a:lnTo>
                <a:lnTo>
                  <a:pt x="724317" y="756388"/>
                </a:lnTo>
                <a:close/>
              </a:path>
              <a:path w="4182109" h="1945640">
                <a:moveTo>
                  <a:pt x="924280" y="912859"/>
                </a:moveTo>
                <a:lnTo>
                  <a:pt x="1186459" y="1078614"/>
                </a:lnTo>
                <a:lnTo>
                  <a:pt x="1236636" y="1095311"/>
                </a:lnTo>
                <a:lnTo>
                  <a:pt x="887507" y="874585"/>
                </a:lnTo>
                <a:lnTo>
                  <a:pt x="924280" y="912859"/>
                </a:lnTo>
                <a:close/>
              </a:path>
              <a:path w="4182109" h="1945640">
                <a:moveTo>
                  <a:pt x="2001677" y="1609037"/>
                </a:moveTo>
                <a:lnTo>
                  <a:pt x="2091391" y="1665756"/>
                </a:lnTo>
                <a:lnTo>
                  <a:pt x="2142723" y="1683183"/>
                </a:lnTo>
                <a:lnTo>
                  <a:pt x="1963513" y="1569883"/>
                </a:lnTo>
                <a:lnTo>
                  <a:pt x="2001677" y="1609037"/>
                </a:lnTo>
                <a:close/>
              </a:path>
              <a:path w="4182109" h="1945640">
                <a:moveTo>
                  <a:pt x="2057469" y="1704410"/>
                </a:moveTo>
                <a:lnTo>
                  <a:pt x="2140915" y="1757167"/>
                </a:lnTo>
                <a:lnTo>
                  <a:pt x="2189253" y="1772702"/>
                </a:lnTo>
                <a:lnTo>
                  <a:pt x="2022490" y="1667271"/>
                </a:lnTo>
                <a:lnTo>
                  <a:pt x="2057469" y="1704410"/>
                </a:lnTo>
                <a:close/>
              </a:path>
            </a:pathLst>
          </a:custGeom>
          <a:solidFill>
            <a:srgbClr val="BCFF7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213428" y="579557"/>
            <a:ext cx="2338705" cy="2933700"/>
          </a:xfrm>
          <a:custGeom>
            <a:avLst/>
            <a:gdLst/>
            <a:ahLst/>
            <a:cxnLst/>
            <a:rect l="l" t="t" r="r" b="b"/>
            <a:pathLst>
              <a:path w="2338705" h="2933700">
                <a:moveTo>
                  <a:pt x="403247" y="2806699"/>
                </a:moveTo>
                <a:lnTo>
                  <a:pt x="295871" y="2806699"/>
                </a:lnTo>
                <a:lnTo>
                  <a:pt x="287932" y="2844799"/>
                </a:lnTo>
                <a:lnTo>
                  <a:pt x="271395" y="2870199"/>
                </a:lnTo>
                <a:lnTo>
                  <a:pt x="262220" y="2908299"/>
                </a:lnTo>
                <a:lnTo>
                  <a:pt x="276367" y="2933699"/>
                </a:lnTo>
                <a:lnTo>
                  <a:pt x="289665" y="2933699"/>
                </a:lnTo>
                <a:lnTo>
                  <a:pt x="302590" y="2920999"/>
                </a:lnTo>
                <a:lnTo>
                  <a:pt x="314418" y="2908299"/>
                </a:lnTo>
                <a:lnTo>
                  <a:pt x="324428" y="2908299"/>
                </a:lnTo>
                <a:lnTo>
                  <a:pt x="358240" y="2857499"/>
                </a:lnTo>
                <a:lnTo>
                  <a:pt x="403247" y="2806699"/>
                </a:lnTo>
                <a:close/>
              </a:path>
              <a:path w="2338705" h="2933700">
                <a:moveTo>
                  <a:pt x="281300" y="2819399"/>
                </a:moveTo>
                <a:lnTo>
                  <a:pt x="98893" y="2819399"/>
                </a:lnTo>
                <a:lnTo>
                  <a:pt x="183497" y="2832099"/>
                </a:lnTo>
                <a:lnTo>
                  <a:pt x="137773" y="2920999"/>
                </a:lnTo>
                <a:lnTo>
                  <a:pt x="183705" y="2920999"/>
                </a:lnTo>
                <a:lnTo>
                  <a:pt x="216563" y="2895599"/>
                </a:lnTo>
                <a:lnTo>
                  <a:pt x="242265" y="2870199"/>
                </a:lnTo>
                <a:lnTo>
                  <a:pt x="266728" y="2832099"/>
                </a:lnTo>
                <a:lnTo>
                  <a:pt x="281300" y="2819399"/>
                </a:lnTo>
                <a:close/>
              </a:path>
              <a:path w="2338705" h="2933700">
                <a:moveTo>
                  <a:pt x="571811" y="304799"/>
                </a:moveTo>
                <a:lnTo>
                  <a:pt x="537287" y="330199"/>
                </a:lnTo>
                <a:lnTo>
                  <a:pt x="518664" y="368299"/>
                </a:lnTo>
                <a:lnTo>
                  <a:pt x="516071" y="406399"/>
                </a:lnTo>
                <a:lnTo>
                  <a:pt x="529634" y="444499"/>
                </a:lnTo>
                <a:lnTo>
                  <a:pt x="539212" y="469899"/>
                </a:lnTo>
                <a:lnTo>
                  <a:pt x="546566" y="495299"/>
                </a:lnTo>
                <a:lnTo>
                  <a:pt x="553062" y="533399"/>
                </a:lnTo>
                <a:lnTo>
                  <a:pt x="560066" y="558799"/>
                </a:lnTo>
                <a:lnTo>
                  <a:pt x="538060" y="571499"/>
                </a:lnTo>
                <a:lnTo>
                  <a:pt x="527771" y="596899"/>
                </a:lnTo>
                <a:lnTo>
                  <a:pt x="527086" y="634999"/>
                </a:lnTo>
                <a:lnTo>
                  <a:pt x="533892" y="660399"/>
                </a:lnTo>
                <a:lnTo>
                  <a:pt x="549238" y="698499"/>
                </a:lnTo>
                <a:lnTo>
                  <a:pt x="579628" y="800099"/>
                </a:lnTo>
                <a:lnTo>
                  <a:pt x="595013" y="838199"/>
                </a:lnTo>
                <a:lnTo>
                  <a:pt x="610752" y="888999"/>
                </a:lnTo>
                <a:lnTo>
                  <a:pt x="627016" y="927099"/>
                </a:lnTo>
                <a:lnTo>
                  <a:pt x="643975" y="977899"/>
                </a:lnTo>
                <a:lnTo>
                  <a:pt x="661800" y="1015999"/>
                </a:lnTo>
                <a:lnTo>
                  <a:pt x="682011" y="1066799"/>
                </a:lnTo>
                <a:lnTo>
                  <a:pt x="702788" y="1117599"/>
                </a:lnTo>
                <a:lnTo>
                  <a:pt x="724046" y="1168399"/>
                </a:lnTo>
                <a:lnTo>
                  <a:pt x="745700" y="1206499"/>
                </a:lnTo>
                <a:lnTo>
                  <a:pt x="767668" y="1257299"/>
                </a:lnTo>
                <a:lnTo>
                  <a:pt x="789864" y="1308099"/>
                </a:lnTo>
                <a:lnTo>
                  <a:pt x="812204" y="1358899"/>
                </a:lnTo>
                <a:lnTo>
                  <a:pt x="856979" y="1447799"/>
                </a:lnTo>
                <a:lnTo>
                  <a:pt x="866182" y="1473199"/>
                </a:lnTo>
                <a:lnTo>
                  <a:pt x="868664" y="1498599"/>
                </a:lnTo>
                <a:lnTo>
                  <a:pt x="863488" y="1523999"/>
                </a:lnTo>
                <a:lnTo>
                  <a:pt x="849719" y="1536699"/>
                </a:lnTo>
                <a:lnTo>
                  <a:pt x="824889" y="1574799"/>
                </a:lnTo>
                <a:lnTo>
                  <a:pt x="800930" y="1600199"/>
                </a:lnTo>
                <a:lnTo>
                  <a:pt x="777581" y="1638299"/>
                </a:lnTo>
                <a:lnTo>
                  <a:pt x="754580" y="1676399"/>
                </a:lnTo>
                <a:lnTo>
                  <a:pt x="698046" y="1752599"/>
                </a:lnTo>
                <a:lnTo>
                  <a:pt x="641556" y="1841499"/>
                </a:lnTo>
                <a:lnTo>
                  <a:pt x="556894" y="1955799"/>
                </a:lnTo>
                <a:lnTo>
                  <a:pt x="472308" y="2082799"/>
                </a:lnTo>
                <a:lnTo>
                  <a:pt x="359617" y="2247899"/>
                </a:lnTo>
                <a:lnTo>
                  <a:pt x="329160" y="2298699"/>
                </a:lnTo>
                <a:lnTo>
                  <a:pt x="298624" y="2336799"/>
                </a:lnTo>
                <a:lnTo>
                  <a:pt x="268133" y="2387599"/>
                </a:lnTo>
                <a:lnTo>
                  <a:pt x="237809" y="2425699"/>
                </a:lnTo>
                <a:lnTo>
                  <a:pt x="207778" y="2476499"/>
                </a:lnTo>
                <a:lnTo>
                  <a:pt x="178163" y="2514599"/>
                </a:lnTo>
                <a:lnTo>
                  <a:pt x="149086" y="2565399"/>
                </a:lnTo>
                <a:lnTo>
                  <a:pt x="130074" y="2590799"/>
                </a:lnTo>
                <a:lnTo>
                  <a:pt x="113147" y="2628899"/>
                </a:lnTo>
                <a:lnTo>
                  <a:pt x="101421" y="2666999"/>
                </a:lnTo>
                <a:lnTo>
                  <a:pt x="98008" y="2692399"/>
                </a:lnTo>
                <a:lnTo>
                  <a:pt x="97006" y="2717799"/>
                </a:lnTo>
                <a:lnTo>
                  <a:pt x="91350" y="2743199"/>
                </a:lnTo>
                <a:lnTo>
                  <a:pt x="81929" y="2768599"/>
                </a:lnTo>
                <a:lnTo>
                  <a:pt x="69632" y="2781299"/>
                </a:lnTo>
                <a:lnTo>
                  <a:pt x="53838" y="2806699"/>
                </a:lnTo>
                <a:lnTo>
                  <a:pt x="0" y="2882899"/>
                </a:lnTo>
                <a:lnTo>
                  <a:pt x="40373" y="2882899"/>
                </a:lnTo>
                <a:lnTo>
                  <a:pt x="65329" y="2870199"/>
                </a:lnTo>
                <a:lnTo>
                  <a:pt x="82344" y="2844799"/>
                </a:lnTo>
                <a:lnTo>
                  <a:pt x="98893" y="2819399"/>
                </a:lnTo>
                <a:lnTo>
                  <a:pt x="281300" y="2819399"/>
                </a:lnTo>
                <a:lnTo>
                  <a:pt x="295871" y="2806699"/>
                </a:lnTo>
                <a:lnTo>
                  <a:pt x="403247" y="2806699"/>
                </a:lnTo>
                <a:lnTo>
                  <a:pt x="425703" y="2781299"/>
                </a:lnTo>
                <a:lnTo>
                  <a:pt x="459234" y="2730499"/>
                </a:lnTo>
                <a:lnTo>
                  <a:pt x="525591" y="2654299"/>
                </a:lnTo>
                <a:lnTo>
                  <a:pt x="558298" y="2603499"/>
                </a:lnTo>
                <a:lnTo>
                  <a:pt x="707269" y="2412999"/>
                </a:lnTo>
                <a:lnTo>
                  <a:pt x="736972" y="2362199"/>
                </a:lnTo>
                <a:lnTo>
                  <a:pt x="796318" y="2285999"/>
                </a:lnTo>
                <a:lnTo>
                  <a:pt x="974167" y="2044699"/>
                </a:lnTo>
                <a:lnTo>
                  <a:pt x="1033493" y="1968499"/>
                </a:lnTo>
                <a:lnTo>
                  <a:pt x="800486" y="1968499"/>
                </a:lnTo>
                <a:lnTo>
                  <a:pt x="821936" y="1930399"/>
                </a:lnTo>
                <a:lnTo>
                  <a:pt x="828844" y="1917699"/>
                </a:lnTo>
                <a:lnTo>
                  <a:pt x="739273" y="1917699"/>
                </a:lnTo>
                <a:lnTo>
                  <a:pt x="748963" y="1892299"/>
                </a:lnTo>
                <a:lnTo>
                  <a:pt x="764447" y="1854199"/>
                </a:lnTo>
                <a:lnTo>
                  <a:pt x="784424" y="1828799"/>
                </a:lnTo>
                <a:lnTo>
                  <a:pt x="807595" y="1803399"/>
                </a:lnTo>
                <a:lnTo>
                  <a:pt x="921792" y="1803399"/>
                </a:lnTo>
                <a:lnTo>
                  <a:pt x="933637" y="1777999"/>
                </a:lnTo>
                <a:lnTo>
                  <a:pt x="945539" y="1765299"/>
                </a:lnTo>
                <a:lnTo>
                  <a:pt x="1202372" y="1765299"/>
                </a:lnTo>
                <a:lnTo>
                  <a:pt x="1225133" y="1752599"/>
                </a:lnTo>
                <a:lnTo>
                  <a:pt x="1317998" y="1752599"/>
                </a:lnTo>
                <a:lnTo>
                  <a:pt x="1312785" y="1739899"/>
                </a:lnTo>
                <a:lnTo>
                  <a:pt x="1303854" y="1727199"/>
                </a:lnTo>
                <a:lnTo>
                  <a:pt x="1295220" y="1714499"/>
                </a:lnTo>
                <a:lnTo>
                  <a:pt x="1278223" y="1676399"/>
                </a:lnTo>
                <a:lnTo>
                  <a:pt x="1282685" y="1663699"/>
                </a:lnTo>
                <a:lnTo>
                  <a:pt x="1382938" y="1663699"/>
                </a:lnTo>
                <a:lnTo>
                  <a:pt x="1344548" y="1587499"/>
                </a:lnTo>
                <a:lnTo>
                  <a:pt x="1439172" y="1473199"/>
                </a:lnTo>
                <a:lnTo>
                  <a:pt x="1454865" y="1447799"/>
                </a:lnTo>
                <a:lnTo>
                  <a:pt x="913927" y="1447799"/>
                </a:lnTo>
                <a:lnTo>
                  <a:pt x="899198" y="1435099"/>
                </a:lnTo>
                <a:lnTo>
                  <a:pt x="881292" y="1409699"/>
                </a:lnTo>
                <a:lnTo>
                  <a:pt x="860784" y="1384299"/>
                </a:lnTo>
                <a:lnTo>
                  <a:pt x="838251" y="1333499"/>
                </a:lnTo>
                <a:lnTo>
                  <a:pt x="814268" y="1295399"/>
                </a:lnTo>
                <a:lnTo>
                  <a:pt x="789412" y="1244599"/>
                </a:lnTo>
                <a:lnTo>
                  <a:pt x="764259" y="1181099"/>
                </a:lnTo>
                <a:lnTo>
                  <a:pt x="739384" y="1130299"/>
                </a:lnTo>
                <a:lnTo>
                  <a:pt x="715365" y="1066799"/>
                </a:lnTo>
                <a:lnTo>
                  <a:pt x="692777" y="1015999"/>
                </a:lnTo>
                <a:lnTo>
                  <a:pt x="672196" y="965199"/>
                </a:lnTo>
                <a:lnTo>
                  <a:pt x="654198" y="901699"/>
                </a:lnTo>
                <a:lnTo>
                  <a:pt x="639361" y="863599"/>
                </a:lnTo>
                <a:lnTo>
                  <a:pt x="628259" y="812799"/>
                </a:lnTo>
                <a:lnTo>
                  <a:pt x="621468" y="774699"/>
                </a:lnTo>
                <a:lnTo>
                  <a:pt x="982689" y="774699"/>
                </a:lnTo>
                <a:lnTo>
                  <a:pt x="977151" y="749299"/>
                </a:lnTo>
                <a:lnTo>
                  <a:pt x="1012492" y="749299"/>
                </a:lnTo>
                <a:lnTo>
                  <a:pt x="998175" y="711199"/>
                </a:lnTo>
                <a:lnTo>
                  <a:pt x="991919" y="698499"/>
                </a:lnTo>
                <a:lnTo>
                  <a:pt x="797309" y="698499"/>
                </a:lnTo>
                <a:lnTo>
                  <a:pt x="739401" y="533399"/>
                </a:lnTo>
                <a:lnTo>
                  <a:pt x="637289" y="533399"/>
                </a:lnTo>
                <a:lnTo>
                  <a:pt x="630763" y="507999"/>
                </a:lnTo>
                <a:lnTo>
                  <a:pt x="730492" y="507999"/>
                </a:lnTo>
                <a:lnTo>
                  <a:pt x="685948" y="380999"/>
                </a:lnTo>
                <a:lnTo>
                  <a:pt x="627254" y="380999"/>
                </a:lnTo>
                <a:lnTo>
                  <a:pt x="614594" y="355599"/>
                </a:lnTo>
                <a:lnTo>
                  <a:pt x="608829" y="330199"/>
                </a:lnTo>
                <a:lnTo>
                  <a:pt x="598415" y="317499"/>
                </a:lnTo>
                <a:lnTo>
                  <a:pt x="571811" y="304799"/>
                </a:lnTo>
                <a:close/>
              </a:path>
              <a:path w="2338705" h="2933700">
                <a:moveTo>
                  <a:pt x="1241914" y="1892299"/>
                </a:moveTo>
                <a:lnTo>
                  <a:pt x="1095583" y="1892299"/>
                </a:lnTo>
                <a:lnTo>
                  <a:pt x="1176415" y="2031999"/>
                </a:lnTo>
                <a:lnTo>
                  <a:pt x="1225872" y="2108199"/>
                </a:lnTo>
                <a:lnTo>
                  <a:pt x="1250456" y="2158999"/>
                </a:lnTo>
                <a:lnTo>
                  <a:pt x="1274841" y="2197099"/>
                </a:lnTo>
                <a:lnTo>
                  <a:pt x="1298950" y="2235199"/>
                </a:lnTo>
                <a:lnTo>
                  <a:pt x="1322703" y="2285999"/>
                </a:lnTo>
                <a:lnTo>
                  <a:pt x="1346023" y="2324099"/>
                </a:lnTo>
                <a:lnTo>
                  <a:pt x="1368833" y="2374899"/>
                </a:lnTo>
                <a:lnTo>
                  <a:pt x="1391055" y="2412999"/>
                </a:lnTo>
                <a:lnTo>
                  <a:pt x="1412610" y="2451099"/>
                </a:lnTo>
                <a:lnTo>
                  <a:pt x="1433422" y="2501899"/>
                </a:lnTo>
                <a:lnTo>
                  <a:pt x="1453413" y="2552699"/>
                </a:lnTo>
                <a:lnTo>
                  <a:pt x="1472504" y="2590799"/>
                </a:lnTo>
                <a:lnTo>
                  <a:pt x="1490617" y="2641599"/>
                </a:lnTo>
                <a:lnTo>
                  <a:pt x="1507676" y="2679699"/>
                </a:lnTo>
                <a:lnTo>
                  <a:pt x="1514118" y="2705099"/>
                </a:lnTo>
                <a:lnTo>
                  <a:pt x="1520921" y="2717799"/>
                </a:lnTo>
                <a:lnTo>
                  <a:pt x="1528532" y="2743199"/>
                </a:lnTo>
                <a:lnTo>
                  <a:pt x="1537398" y="2755899"/>
                </a:lnTo>
                <a:lnTo>
                  <a:pt x="1543338" y="2755899"/>
                </a:lnTo>
                <a:lnTo>
                  <a:pt x="1553157" y="2768599"/>
                </a:lnTo>
                <a:lnTo>
                  <a:pt x="1566251" y="2768599"/>
                </a:lnTo>
                <a:lnTo>
                  <a:pt x="1582018" y="2781299"/>
                </a:lnTo>
                <a:lnTo>
                  <a:pt x="1574448" y="2743199"/>
                </a:lnTo>
                <a:lnTo>
                  <a:pt x="1556305" y="2679699"/>
                </a:lnTo>
                <a:lnTo>
                  <a:pt x="1566817" y="2666999"/>
                </a:lnTo>
                <a:lnTo>
                  <a:pt x="1659813" y="2666999"/>
                </a:lnTo>
                <a:lnTo>
                  <a:pt x="1643005" y="2628899"/>
                </a:lnTo>
                <a:lnTo>
                  <a:pt x="1627297" y="2590799"/>
                </a:lnTo>
                <a:lnTo>
                  <a:pt x="1620134" y="2552699"/>
                </a:lnTo>
                <a:lnTo>
                  <a:pt x="1671276" y="2552699"/>
                </a:lnTo>
                <a:lnTo>
                  <a:pt x="1676947" y="2539999"/>
                </a:lnTo>
                <a:lnTo>
                  <a:pt x="1686005" y="2527299"/>
                </a:lnTo>
                <a:lnTo>
                  <a:pt x="1780642" y="2527299"/>
                </a:lnTo>
                <a:lnTo>
                  <a:pt x="1776926" y="2514599"/>
                </a:lnTo>
                <a:lnTo>
                  <a:pt x="1761973" y="2463799"/>
                </a:lnTo>
                <a:lnTo>
                  <a:pt x="1746490" y="2412999"/>
                </a:lnTo>
                <a:lnTo>
                  <a:pt x="1730037" y="2362199"/>
                </a:lnTo>
                <a:lnTo>
                  <a:pt x="1653486" y="2362199"/>
                </a:lnTo>
                <a:lnTo>
                  <a:pt x="1626209" y="2324099"/>
                </a:lnTo>
                <a:lnTo>
                  <a:pt x="1599545" y="2273299"/>
                </a:lnTo>
                <a:lnTo>
                  <a:pt x="1573884" y="2235199"/>
                </a:lnTo>
                <a:lnTo>
                  <a:pt x="1549616" y="2197099"/>
                </a:lnTo>
                <a:lnTo>
                  <a:pt x="1527131" y="2146299"/>
                </a:lnTo>
                <a:lnTo>
                  <a:pt x="1506819" y="2108199"/>
                </a:lnTo>
                <a:lnTo>
                  <a:pt x="1492002" y="2065786"/>
                </a:lnTo>
                <a:lnTo>
                  <a:pt x="1487030" y="2057399"/>
                </a:lnTo>
                <a:lnTo>
                  <a:pt x="1335019" y="2057399"/>
                </a:lnTo>
                <a:lnTo>
                  <a:pt x="1281600" y="1955799"/>
                </a:lnTo>
                <a:lnTo>
                  <a:pt x="1255008" y="1917699"/>
                </a:lnTo>
                <a:lnTo>
                  <a:pt x="1241914" y="1892299"/>
                </a:lnTo>
                <a:close/>
              </a:path>
              <a:path w="2338705" h="2933700">
                <a:moveTo>
                  <a:pt x="1659813" y="2666999"/>
                </a:moveTo>
                <a:lnTo>
                  <a:pt x="1566817" y="2666999"/>
                </a:lnTo>
                <a:lnTo>
                  <a:pt x="1589152" y="2692399"/>
                </a:lnTo>
                <a:lnTo>
                  <a:pt x="1666947" y="2768599"/>
                </a:lnTo>
                <a:lnTo>
                  <a:pt x="1670276" y="2717799"/>
                </a:lnTo>
                <a:lnTo>
                  <a:pt x="1659813" y="2666999"/>
                </a:lnTo>
                <a:close/>
              </a:path>
              <a:path w="2338705" h="2933700">
                <a:moveTo>
                  <a:pt x="1780642" y="2527299"/>
                </a:moveTo>
                <a:lnTo>
                  <a:pt x="1686005" y="2527299"/>
                </a:lnTo>
                <a:lnTo>
                  <a:pt x="1734903" y="2578099"/>
                </a:lnTo>
                <a:lnTo>
                  <a:pt x="1763807" y="2616199"/>
                </a:lnTo>
                <a:lnTo>
                  <a:pt x="1807009" y="2616199"/>
                </a:lnTo>
                <a:lnTo>
                  <a:pt x="1791791" y="2565399"/>
                </a:lnTo>
                <a:lnTo>
                  <a:pt x="1780642" y="2527299"/>
                </a:lnTo>
                <a:close/>
              </a:path>
              <a:path w="2338705" h="2933700">
                <a:moveTo>
                  <a:pt x="1671276" y="2552699"/>
                </a:moveTo>
                <a:lnTo>
                  <a:pt x="1620134" y="2552699"/>
                </a:lnTo>
                <a:lnTo>
                  <a:pt x="1647996" y="2565399"/>
                </a:lnTo>
                <a:lnTo>
                  <a:pt x="1665605" y="2565399"/>
                </a:lnTo>
                <a:lnTo>
                  <a:pt x="1671276" y="2552699"/>
                </a:lnTo>
                <a:close/>
              </a:path>
              <a:path w="2338705" h="2933700">
                <a:moveTo>
                  <a:pt x="1382938" y="1663699"/>
                </a:moveTo>
                <a:lnTo>
                  <a:pt x="1296827" y="1663699"/>
                </a:lnTo>
                <a:lnTo>
                  <a:pt x="1303482" y="1676399"/>
                </a:lnTo>
                <a:lnTo>
                  <a:pt x="1350539" y="1765299"/>
                </a:lnTo>
                <a:lnTo>
                  <a:pt x="1372398" y="1803399"/>
                </a:lnTo>
                <a:lnTo>
                  <a:pt x="1394216" y="1854199"/>
                </a:lnTo>
                <a:lnTo>
                  <a:pt x="1415985" y="1892299"/>
                </a:lnTo>
                <a:lnTo>
                  <a:pt x="1437695" y="1943099"/>
                </a:lnTo>
                <a:lnTo>
                  <a:pt x="1480904" y="2019299"/>
                </a:lnTo>
                <a:lnTo>
                  <a:pt x="1483829" y="2031999"/>
                </a:lnTo>
                <a:lnTo>
                  <a:pt x="1485243" y="2044699"/>
                </a:lnTo>
                <a:lnTo>
                  <a:pt x="1485674" y="2051741"/>
                </a:lnTo>
                <a:lnTo>
                  <a:pt x="1489072" y="2057399"/>
                </a:lnTo>
                <a:lnTo>
                  <a:pt x="1492002" y="2065786"/>
                </a:lnTo>
                <a:lnTo>
                  <a:pt x="1502088" y="2082799"/>
                </a:lnTo>
                <a:lnTo>
                  <a:pt x="1517309" y="2108199"/>
                </a:lnTo>
                <a:lnTo>
                  <a:pt x="1532006" y="2120899"/>
                </a:lnTo>
                <a:lnTo>
                  <a:pt x="1545490" y="2146299"/>
                </a:lnTo>
                <a:lnTo>
                  <a:pt x="1568868" y="2184399"/>
                </a:lnTo>
                <a:lnTo>
                  <a:pt x="1591520" y="2235199"/>
                </a:lnTo>
                <a:lnTo>
                  <a:pt x="1613282" y="2273299"/>
                </a:lnTo>
                <a:lnTo>
                  <a:pt x="1633992" y="2324099"/>
                </a:lnTo>
                <a:lnTo>
                  <a:pt x="1653486" y="2362199"/>
                </a:lnTo>
                <a:lnTo>
                  <a:pt x="1730037" y="2362199"/>
                </a:lnTo>
                <a:lnTo>
                  <a:pt x="1712172" y="2311399"/>
                </a:lnTo>
                <a:lnTo>
                  <a:pt x="1694054" y="2273299"/>
                </a:lnTo>
                <a:lnTo>
                  <a:pt x="1673392" y="2235199"/>
                </a:lnTo>
                <a:lnTo>
                  <a:pt x="1651306" y="2197099"/>
                </a:lnTo>
                <a:lnTo>
                  <a:pt x="1628919" y="2146299"/>
                </a:lnTo>
                <a:lnTo>
                  <a:pt x="1607353" y="2108199"/>
                </a:lnTo>
                <a:lnTo>
                  <a:pt x="1585473" y="2070099"/>
                </a:lnTo>
                <a:lnTo>
                  <a:pt x="1563617" y="2019299"/>
                </a:lnTo>
                <a:lnTo>
                  <a:pt x="1541776" y="1981199"/>
                </a:lnTo>
                <a:lnTo>
                  <a:pt x="1498107" y="1892299"/>
                </a:lnTo>
                <a:lnTo>
                  <a:pt x="1382938" y="1663699"/>
                </a:lnTo>
                <a:close/>
              </a:path>
              <a:path w="2338705" h="2933700">
                <a:moveTo>
                  <a:pt x="1485674" y="2051741"/>
                </a:moveTo>
                <a:lnTo>
                  <a:pt x="1486020" y="2057399"/>
                </a:lnTo>
                <a:lnTo>
                  <a:pt x="1487030" y="2057399"/>
                </a:lnTo>
                <a:lnTo>
                  <a:pt x="1492002" y="2065786"/>
                </a:lnTo>
                <a:lnTo>
                  <a:pt x="1489072" y="2057399"/>
                </a:lnTo>
                <a:lnTo>
                  <a:pt x="1485674" y="2051741"/>
                </a:lnTo>
                <a:close/>
              </a:path>
              <a:path w="2338705" h="2933700">
                <a:moveTo>
                  <a:pt x="1317998" y="1752599"/>
                </a:moveTo>
                <a:lnTo>
                  <a:pt x="1225133" y="1752599"/>
                </a:lnTo>
                <a:lnTo>
                  <a:pt x="1351506" y="2044699"/>
                </a:lnTo>
                <a:lnTo>
                  <a:pt x="1346061" y="2057399"/>
                </a:lnTo>
                <a:lnTo>
                  <a:pt x="1486020" y="2057399"/>
                </a:lnTo>
                <a:lnTo>
                  <a:pt x="1485674" y="2051741"/>
                </a:lnTo>
                <a:lnTo>
                  <a:pt x="1435680" y="1968499"/>
                </a:lnTo>
                <a:lnTo>
                  <a:pt x="1382405" y="1866899"/>
                </a:lnTo>
                <a:lnTo>
                  <a:pt x="1355892" y="1828799"/>
                </a:lnTo>
                <a:lnTo>
                  <a:pt x="1344743" y="1803399"/>
                </a:lnTo>
                <a:lnTo>
                  <a:pt x="1333856" y="1790699"/>
                </a:lnTo>
                <a:lnTo>
                  <a:pt x="1323211" y="1765299"/>
                </a:lnTo>
                <a:lnTo>
                  <a:pt x="1317998" y="1752599"/>
                </a:lnTo>
                <a:close/>
              </a:path>
              <a:path w="2338705" h="2933700">
                <a:moveTo>
                  <a:pt x="1235366" y="1879599"/>
                </a:moveTo>
                <a:lnTo>
                  <a:pt x="849568" y="1879599"/>
                </a:lnTo>
                <a:lnTo>
                  <a:pt x="848035" y="1917699"/>
                </a:lnTo>
                <a:lnTo>
                  <a:pt x="838612" y="1943099"/>
                </a:lnTo>
                <a:lnTo>
                  <a:pt x="822395" y="1955799"/>
                </a:lnTo>
                <a:lnTo>
                  <a:pt x="800486" y="1968499"/>
                </a:lnTo>
                <a:lnTo>
                  <a:pt x="1033493" y="1968499"/>
                </a:lnTo>
                <a:lnTo>
                  <a:pt x="1047928" y="1955799"/>
                </a:lnTo>
                <a:lnTo>
                  <a:pt x="1062865" y="1930399"/>
                </a:lnTo>
                <a:lnTo>
                  <a:pt x="1095583" y="1892299"/>
                </a:lnTo>
                <a:lnTo>
                  <a:pt x="1241914" y="1892299"/>
                </a:lnTo>
                <a:lnTo>
                  <a:pt x="1235366" y="1879599"/>
                </a:lnTo>
                <a:close/>
              </a:path>
              <a:path w="2338705" h="2933700">
                <a:moveTo>
                  <a:pt x="1202372" y="1765299"/>
                </a:moveTo>
                <a:lnTo>
                  <a:pt x="945539" y="1765299"/>
                </a:lnTo>
                <a:lnTo>
                  <a:pt x="952118" y="1777999"/>
                </a:lnTo>
                <a:lnTo>
                  <a:pt x="946377" y="1777999"/>
                </a:lnTo>
                <a:lnTo>
                  <a:pt x="929052" y="1803399"/>
                </a:lnTo>
                <a:lnTo>
                  <a:pt x="821359" y="1803399"/>
                </a:lnTo>
                <a:lnTo>
                  <a:pt x="780327" y="1866899"/>
                </a:lnTo>
                <a:lnTo>
                  <a:pt x="739273" y="1917699"/>
                </a:lnTo>
                <a:lnTo>
                  <a:pt x="828844" y="1917699"/>
                </a:lnTo>
                <a:lnTo>
                  <a:pt x="849568" y="1879599"/>
                </a:lnTo>
                <a:lnTo>
                  <a:pt x="1235366" y="1879599"/>
                </a:lnTo>
                <a:lnTo>
                  <a:pt x="1228819" y="1866899"/>
                </a:lnTo>
                <a:lnTo>
                  <a:pt x="1203276" y="1816099"/>
                </a:lnTo>
                <a:lnTo>
                  <a:pt x="1196216" y="1803399"/>
                </a:lnTo>
                <a:lnTo>
                  <a:pt x="1194324" y="1777999"/>
                </a:lnTo>
                <a:lnTo>
                  <a:pt x="1202372" y="1765299"/>
                </a:lnTo>
                <a:close/>
              </a:path>
              <a:path w="2338705" h="2933700">
                <a:moveTo>
                  <a:pt x="982689" y="774699"/>
                </a:moveTo>
                <a:lnTo>
                  <a:pt x="621468" y="774699"/>
                </a:lnTo>
                <a:lnTo>
                  <a:pt x="656902" y="863599"/>
                </a:lnTo>
                <a:lnTo>
                  <a:pt x="674669" y="901699"/>
                </a:lnTo>
                <a:lnTo>
                  <a:pt x="692596" y="939799"/>
                </a:lnTo>
                <a:lnTo>
                  <a:pt x="712615" y="977899"/>
                </a:lnTo>
                <a:lnTo>
                  <a:pt x="732771" y="1028699"/>
                </a:lnTo>
                <a:lnTo>
                  <a:pt x="773184" y="1117599"/>
                </a:lnTo>
                <a:lnTo>
                  <a:pt x="792943" y="1155699"/>
                </a:lnTo>
                <a:lnTo>
                  <a:pt x="812879" y="1193799"/>
                </a:lnTo>
                <a:lnTo>
                  <a:pt x="832177" y="1244599"/>
                </a:lnTo>
                <a:lnTo>
                  <a:pt x="850021" y="1282699"/>
                </a:lnTo>
                <a:lnTo>
                  <a:pt x="869557" y="1320799"/>
                </a:lnTo>
                <a:lnTo>
                  <a:pt x="891276" y="1358899"/>
                </a:lnTo>
                <a:lnTo>
                  <a:pt x="908344" y="1409699"/>
                </a:lnTo>
                <a:lnTo>
                  <a:pt x="913927" y="1447799"/>
                </a:lnTo>
                <a:lnTo>
                  <a:pt x="1454865" y="1447799"/>
                </a:lnTo>
                <a:lnTo>
                  <a:pt x="1470557" y="1422399"/>
                </a:lnTo>
                <a:lnTo>
                  <a:pt x="1595653" y="1269999"/>
                </a:lnTo>
                <a:lnTo>
                  <a:pt x="1356421" y="1269999"/>
                </a:lnTo>
                <a:lnTo>
                  <a:pt x="1352489" y="1257299"/>
                </a:lnTo>
                <a:lnTo>
                  <a:pt x="1348480" y="1257299"/>
                </a:lnTo>
                <a:lnTo>
                  <a:pt x="1373186" y="1231899"/>
                </a:lnTo>
                <a:lnTo>
                  <a:pt x="1377175" y="1225715"/>
                </a:lnTo>
                <a:lnTo>
                  <a:pt x="1379639" y="1219199"/>
                </a:lnTo>
                <a:lnTo>
                  <a:pt x="1384999" y="1215753"/>
                </a:lnTo>
                <a:lnTo>
                  <a:pt x="1386994" y="1206499"/>
                </a:lnTo>
                <a:lnTo>
                  <a:pt x="1390099" y="1206499"/>
                </a:lnTo>
                <a:lnTo>
                  <a:pt x="1394084" y="1193799"/>
                </a:lnTo>
                <a:lnTo>
                  <a:pt x="1444894" y="1130299"/>
                </a:lnTo>
                <a:lnTo>
                  <a:pt x="1130750" y="1130299"/>
                </a:lnTo>
                <a:lnTo>
                  <a:pt x="1100243" y="1092199"/>
                </a:lnTo>
                <a:lnTo>
                  <a:pt x="1073877" y="1041399"/>
                </a:lnTo>
                <a:lnTo>
                  <a:pt x="1051195" y="1003299"/>
                </a:lnTo>
                <a:lnTo>
                  <a:pt x="1031744" y="952499"/>
                </a:lnTo>
                <a:lnTo>
                  <a:pt x="1015069" y="901699"/>
                </a:lnTo>
                <a:lnTo>
                  <a:pt x="1000714" y="850899"/>
                </a:lnTo>
                <a:lnTo>
                  <a:pt x="988227" y="800099"/>
                </a:lnTo>
                <a:lnTo>
                  <a:pt x="982689" y="774699"/>
                </a:lnTo>
                <a:close/>
              </a:path>
              <a:path w="2338705" h="2933700">
                <a:moveTo>
                  <a:pt x="2304257" y="254000"/>
                </a:moveTo>
                <a:lnTo>
                  <a:pt x="2289091" y="266700"/>
                </a:lnTo>
                <a:lnTo>
                  <a:pt x="2273458" y="266700"/>
                </a:lnTo>
                <a:lnTo>
                  <a:pt x="2258249" y="279400"/>
                </a:lnTo>
                <a:lnTo>
                  <a:pt x="2244360" y="292100"/>
                </a:lnTo>
                <a:lnTo>
                  <a:pt x="2209673" y="330200"/>
                </a:lnTo>
                <a:lnTo>
                  <a:pt x="2174918" y="355599"/>
                </a:lnTo>
                <a:lnTo>
                  <a:pt x="2140363" y="393699"/>
                </a:lnTo>
                <a:lnTo>
                  <a:pt x="2106282" y="419099"/>
                </a:lnTo>
                <a:lnTo>
                  <a:pt x="2072944" y="457199"/>
                </a:lnTo>
                <a:lnTo>
                  <a:pt x="2040620" y="495299"/>
                </a:lnTo>
                <a:lnTo>
                  <a:pt x="1559933" y="1028699"/>
                </a:lnTo>
                <a:lnTo>
                  <a:pt x="1525633" y="1079499"/>
                </a:lnTo>
                <a:lnTo>
                  <a:pt x="1456930" y="1155699"/>
                </a:lnTo>
                <a:lnTo>
                  <a:pt x="1438791" y="1168399"/>
                </a:lnTo>
                <a:lnTo>
                  <a:pt x="1419362" y="1181099"/>
                </a:lnTo>
                <a:lnTo>
                  <a:pt x="1399394" y="1206499"/>
                </a:lnTo>
                <a:lnTo>
                  <a:pt x="1384999" y="1215753"/>
                </a:lnTo>
                <a:lnTo>
                  <a:pt x="1384257" y="1219199"/>
                </a:lnTo>
                <a:lnTo>
                  <a:pt x="1381378" y="1219199"/>
                </a:lnTo>
                <a:lnTo>
                  <a:pt x="1377175" y="1225715"/>
                </a:lnTo>
                <a:lnTo>
                  <a:pt x="1360430" y="1269999"/>
                </a:lnTo>
                <a:lnTo>
                  <a:pt x="1539817" y="1269999"/>
                </a:lnTo>
                <a:lnTo>
                  <a:pt x="1554933" y="1244599"/>
                </a:lnTo>
                <a:lnTo>
                  <a:pt x="1569993" y="1231899"/>
                </a:lnTo>
                <a:lnTo>
                  <a:pt x="1626893" y="1231899"/>
                </a:lnTo>
                <a:lnTo>
                  <a:pt x="1658133" y="1193799"/>
                </a:lnTo>
                <a:lnTo>
                  <a:pt x="1612117" y="1193799"/>
                </a:lnTo>
                <a:lnTo>
                  <a:pt x="1609394" y="1181099"/>
                </a:lnTo>
                <a:lnTo>
                  <a:pt x="1632763" y="1155699"/>
                </a:lnTo>
                <a:lnTo>
                  <a:pt x="1689406" y="1155699"/>
                </a:lnTo>
                <a:lnTo>
                  <a:pt x="1731125" y="1104899"/>
                </a:lnTo>
                <a:lnTo>
                  <a:pt x="1691677" y="1104899"/>
                </a:lnTo>
                <a:lnTo>
                  <a:pt x="1689257" y="1092199"/>
                </a:lnTo>
                <a:lnTo>
                  <a:pt x="1684341" y="1092199"/>
                </a:lnTo>
                <a:lnTo>
                  <a:pt x="1706878" y="1066799"/>
                </a:lnTo>
                <a:lnTo>
                  <a:pt x="1762479" y="1066799"/>
                </a:lnTo>
                <a:lnTo>
                  <a:pt x="1909809" y="888999"/>
                </a:lnTo>
                <a:lnTo>
                  <a:pt x="2005839" y="774699"/>
                </a:lnTo>
                <a:lnTo>
                  <a:pt x="2059806" y="711199"/>
                </a:lnTo>
                <a:lnTo>
                  <a:pt x="1940414" y="711199"/>
                </a:lnTo>
                <a:lnTo>
                  <a:pt x="1962466" y="685799"/>
                </a:lnTo>
                <a:lnTo>
                  <a:pt x="2025767" y="624946"/>
                </a:lnTo>
                <a:lnTo>
                  <a:pt x="2026932" y="622299"/>
                </a:lnTo>
                <a:lnTo>
                  <a:pt x="2031759" y="617343"/>
                </a:lnTo>
                <a:lnTo>
                  <a:pt x="2061720" y="571499"/>
                </a:lnTo>
                <a:lnTo>
                  <a:pt x="2180342" y="571499"/>
                </a:lnTo>
                <a:lnTo>
                  <a:pt x="2236074" y="508000"/>
                </a:lnTo>
                <a:lnTo>
                  <a:pt x="2258595" y="482600"/>
                </a:lnTo>
                <a:lnTo>
                  <a:pt x="2149070" y="482599"/>
                </a:lnTo>
                <a:lnTo>
                  <a:pt x="2160466" y="469899"/>
                </a:lnTo>
                <a:lnTo>
                  <a:pt x="2172968" y="457199"/>
                </a:lnTo>
                <a:lnTo>
                  <a:pt x="2186378" y="431799"/>
                </a:lnTo>
                <a:lnTo>
                  <a:pt x="2200496" y="419100"/>
                </a:lnTo>
                <a:lnTo>
                  <a:pt x="2250883" y="368300"/>
                </a:lnTo>
                <a:lnTo>
                  <a:pt x="2276112" y="355600"/>
                </a:lnTo>
                <a:lnTo>
                  <a:pt x="2300929" y="330200"/>
                </a:lnTo>
                <a:lnTo>
                  <a:pt x="2313754" y="317500"/>
                </a:lnTo>
                <a:lnTo>
                  <a:pt x="2321793" y="292100"/>
                </a:lnTo>
                <a:lnTo>
                  <a:pt x="2320232" y="279400"/>
                </a:lnTo>
                <a:lnTo>
                  <a:pt x="2304257" y="254000"/>
                </a:lnTo>
                <a:close/>
              </a:path>
              <a:path w="2338705" h="2933700">
                <a:moveTo>
                  <a:pt x="1626893" y="1231899"/>
                </a:moveTo>
                <a:lnTo>
                  <a:pt x="1576875" y="1231899"/>
                </a:lnTo>
                <a:lnTo>
                  <a:pt x="1580278" y="1244599"/>
                </a:lnTo>
                <a:lnTo>
                  <a:pt x="1572280" y="1244599"/>
                </a:lnTo>
                <a:lnTo>
                  <a:pt x="1548288" y="1269999"/>
                </a:lnTo>
                <a:lnTo>
                  <a:pt x="1595653" y="1269999"/>
                </a:lnTo>
                <a:lnTo>
                  <a:pt x="1626893" y="1231899"/>
                </a:lnTo>
                <a:close/>
              </a:path>
              <a:path w="2338705" h="2933700">
                <a:moveTo>
                  <a:pt x="1384999" y="1215753"/>
                </a:moveTo>
                <a:lnTo>
                  <a:pt x="1379639" y="1219199"/>
                </a:lnTo>
                <a:lnTo>
                  <a:pt x="1377175" y="1225715"/>
                </a:lnTo>
                <a:lnTo>
                  <a:pt x="1381378" y="1219199"/>
                </a:lnTo>
                <a:lnTo>
                  <a:pt x="1384257" y="1219199"/>
                </a:lnTo>
                <a:lnTo>
                  <a:pt x="1384999" y="1215753"/>
                </a:lnTo>
                <a:close/>
              </a:path>
              <a:path w="2338705" h="2933700">
                <a:moveTo>
                  <a:pt x="1689406" y="1155699"/>
                </a:moveTo>
                <a:lnTo>
                  <a:pt x="1635410" y="1155699"/>
                </a:lnTo>
                <a:lnTo>
                  <a:pt x="1640704" y="1168399"/>
                </a:lnTo>
                <a:lnTo>
                  <a:pt x="1634962" y="1168399"/>
                </a:lnTo>
                <a:lnTo>
                  <a:pt x="1617638" y="1193799"/>
                </a:lnTo>
                <a:lnTo>
                  <a:pt x="1658133" y="1193799"/>
                </a:lnTo>
                <a:lnTo>
                  <a:pt x="1689406" y="1155699"/>
                </a:lnTo>
                <a:close/>
              </a:path>
              <a:path w="2338705" h="2933700">
                <a:moveTo>
                  <a:pt x="1012492" y="749299"/>
                </a:moveTo>
                <a:lnTo>
                  <a:pt x="977151" y="749299"/>
                </a:lnTo>
                <a:lnTo>
                  <a:pt x="1130750" y="1130299"/>
                </a:lnTo>
                <a:lnTo>
                  <a:pt x="1444894" y="1130299"/>
                </a:lnTo>
                <a:lnTo>
                  <a:pt x="1455056" y="1117599"/>
                </a:lnTo>
                <a:lnTo>
                  <a:pt x="1156009" y="1117599"/>
                </a:lnTo>
                <a:lnTo>
                  <a:pt x="1036354" y="812799"/>
                </a:lnTo>
                <a:lnTo>
                  <a:pt x="1012492" y="749299"/>
                </a:lnTo>
                <a:close/>
              </a:path>
              <a:path w="2338705" h="2933700">
                <a:moveTo>
                  <a:pt x="2164044" y="0"/>
                </a:moveTo>
                <a:lnTo>
                  <a:pt x="2149749" y="12699"/>
                </a:lnTo>
                <a:lnTo>
                  <a:pt x="2126406" y="12699"/>
                </a:lnTo>
                <a:lnTo>
                  <a:pt x="2117684" y="25399"/>
                </a:lnTo>
                <a:lnTo>
                  <a:pt x="2038484" y="76199"/>
                </a:lnTo>
                <a:lnTo>
                  <a:pt x="2000188" y="114299"/>
                </a:lnTo>
                <a:lnTo>
                  <a:pt x="1964615" y="152399"/>
                </a:lnTo>
                <a:lnTo>
                  <a:pt x="1863502" y="266699"/>
                </a:lnTo>
                <a:lnTo>
                  <a:pt x="1830175" y="292099"/>
                </a:lnTo>
                <a:lnTo>
                  <a:pt x="1797030" y="330199"/>
                </a:lnTo>
                <a:lnTo>
                  <a:pt x="1698661" y="444499"/>
                </a:lnTo>
                <a:lnTo>
                  <a:pt x="1601823" y="558799"/>
                </a:lnTo>
                <a:lnTo>
                  <a:pt x="1506432" y="673099"/>
                </a:lnTo>
                <a:lnTo>
                  <a:pt x="1474942" y="723899"/>
                </a:lnTo>
                <a:lnTo>
                  <a:pt x="1412402" y="800099"/>
                </a:lnTo>
                <a:lnTo>
                  <a:pt x="1319647" y="914399"/>
                </a:lnTo>
                <a:lnTo>
                  <a:pt x="1228082" y="1028699"/>
                </a:lnTo>
                <a:lnTo>
                  <a:pt x="1212769" y="1054099"/>
                </a:lnTo>
                <a:lnTo>
                  <a:pt x="1195874" y="1066799"/>
                </a:lnTo>
                <a:lnTo>
                  <a:pt x="1177065" y="1092199"/>
                </a:lnTo>
                <a:lnTo>
                  <a:pt x="1156009" y="1117599"/>
                </a:lnTo>
                <a:lnTo>
                  <a:pt x="1455056" y="1117599"/>
                </a:lnTo>
                <a:lnTo>
                  <a:pt x="1730054" y="774699"/>
                </a:lnTo>
                <a:lnTo>
                  <a:pt x="1824335" y="660399"/>
                </a:lnTo>
                <a:lnTo>
                  <a:pt x="1845592" y="634999"/>
                </a:lnTo>
                <a:lnTo>
                  <a:pt x="1735313" y="634999"/>
                </a:lnTo>
                <a:lnTo>
                  <a:pt x="1728431" y="622299"/>
                </a:lnTo>
                <a:lnTo>
                  <a:pt x="1779707" y="546099"/>
                </a:lnTo>
                <a:lnTo>
                  <a:pt x="1920538" y="546099"/>
                </a:lnTo>
                <a:lnTo>
                  <a:pt x="1953122" y="507999"/>
                </a:lnTo>
                <a:lnTo>
                  <a:pt x="1986093" y="469899"/>
                </a:lnTo>
                <a:lnTo>
                  <a:pt x="2020144" y="431799"/>
                </a:lnTo>
                <a:lnTo>
                  <a:pt x="2054836" y="393699"/>
                </a:lnTo>
                <a:lnTo>
                  <a:pt x="2195429" y="241300"/>
                </a:lnTo>
                <a:lnTo>
                  <a:pt x="2198522" y="228600"/>
                </a:lnTo>
                <a:lnTo>
                  <a:pt x="2200430" y="228600"/>
                </a:lnTo>
                <a:lnTo>
                  <a:pt x="2202182" y="215900"/>
                </a:lnTo>
                <a:lnTo>
                  <a:pt x="2204807" y="203200"/>
                </a:lnTo>
                <a:lnTo>
                  <a:pt x="2132706" y="203199"/>
                </a:lnTo>
                <a:lnTo>
                  <a:pt x="2103359" y="190499"/>
                </a:lnTo>
                <a:lnTo>
                  <a:pt x="2077678" y="165099"/>
                </a:lnTo>
                <a:lnTo>
                  <a:pt x="2096267" y="126999"/>
                </a:lnTo>
                <a:lnTo>
                  <a:pt x="2125427" y="88899"/>
                </a:lnTo>
                <a:lnTo>
                  <a:pt x="2152304" y="50799"/>
                </a:lnTo>
                <a:lnTo>
                  <a:pt x="2164044" y="0"/>
                </a:lnTo>
                <a:close/>
              </a:path>
              <a:path w="2338705" h="2933700">
                <a:moveTo>
                  <a:pt x="1762479" y="1066799"/>
                </a:moveTo>
                <a:lnTo>
                  <a:pt x="1711718" y="1066799"/>
                </a:lnTo>
                <a:lnTo>
                  <a:pt x="1714138" y="1079499"/>
                </a:lnTo>
                <a:lnTo>
                  <a:pt x="1691677" y="1104899"/>
                </a:lnTo>
                <a:lnTo>
                  <a:pt x="1731125" y="1104899"/>
                </a:lnTo>
                <a:lnTo>
                  <a:pt x="1762479" y="1066799"/>
                </a:lnTo>
                <a:close/>
              </a:path>
              <a:path w="2338705" h="2933700">
                <a:moveTo>
                  <a:pt x="2180342" y="571499"/>
                </a:moveTo>
                <a:lnTo>
                  <a:pt x="2071552" y="571499"/>
                </a:lnTo>
                <a:lnTo>
                  <a:pt x="2076468" y="584199"/>
                </a:lnTo>
                <a:lnTo>
                  <a:pt x="2064059" y="596899"/>
                </a:lnTo>
                <a:lnTo>
                  <a:pt x="2051672" y="596899"/>
                </a:lnTo>
                <a:lnTo>
                  <a:pt x="2031759" y="617343"/>
                </a:lnTo>
                <a:lnTo>
                  <a:pt x="2028520" y="622299"/>
                </a:lnTo>
                <a:lnTo>
                  <a:pt x="2025767" y="624946"/>
                </a:lnTo>
                <a:lnTo>
                  <a:pt x="2015753" y="647699"/>
                </a:lnTo>
                <a:lnTo>
                  <a:pt x="1995641" y="673099"/>
                </a:lnTo>
                <a:lnTo>
                  <a:pt x="1969545" y="698499"/>
                </a:lnTo>
                <a:lnTo>
                  <a:pt x="1940414" y="711199"/>
                </a:lnTo>
                <a:lnTo>
                  <a:pt x="2059806" y="711199"/>
                </a:lnTo>
                <a:lnTo>
                  <a:pt x="2136167" y="622299"/>
                </a:lnTo>
                <a:lnTo>
                  <a:pt x="2180342" y="571499"/>
                </a:lnTo>
                <a:close/>
              </a:path>
              <a:path w="2338705" h="2933700">
                <a:moveTo>
                  <a:pt x="704408" y="152399"/>
                </a:moveTo>
                <a:lnTo>
                  <a:pt x="688592" y="177799"/>
                </a:lnTo>
                <a:lnTo>
                  <a:pt x="685800" y="203199"/>
                </a:lnTo>
                <a:lnTo>
                  <a:pt x="690938" y="228599"/>
                </a:lnTo>
                <a:lnTo>
                  <a:pt x="698910" y="241299"/>
                </a:lnTo>
                <a:lnTo>
                  <a:pt x="710564" y="279399"/>
                </a:lnTo>
                <a:lnTo>
                  <a:pt x="721341" y="317499"/>
                </a:lnTo>
                <a:lnTo>
                  <a:pt x="731109" y="355599"/>
                </a:lnTo>
                <a:lnTo>
                  <a:pt x="739734" y="380999"/>
                </a:lnTo>
                <a:lnTo>
                  <a:pt x="742724" y="406399"/>
                </a:lnTo>
                <a:lnTo>
                  <a:pt x="743470" y="431799"/>
                </a:lnTo>
                <a:lnTo>
                  <a:pt x="744494" y="457199"/>
                </a:lnTo>
                <a:lnTo>
                  <a:pt x="748318" y="469899"/>
                </a:lnTo>
                <a:lnTo>
                  <a:pt x="762595" y="520699"/>
                </a:lnTo>
                <a:lnTo>
                  <a:pt x="778196" y="571499"/>
                </a:lnTo>
                <a:lnTo>
                  <a:pt x="794225" y="609599"/>
                </a:lnTo>
                <a:lnTo>
                  <a:pt x="809788" y="660399"/>
                </a:lnTo>
                <a:lnTo>
                  <a:pt x="811990" y="673099"/>
                </a:lnTo>
                <a:lnTo>
                  <a:pt x="812945" y="673099"/>
                </a:lnTo>
                <a:lnTo>
                  <a:pt x="813361" y="685799"/>
                </a:lnTo>
                <a:lnTo>
                  <a:pt x="813947" y="698499"/>
                </a:lnTo>
                <a:lnTo>
                  <a:pt x="991919" y="698499"/>
                </a:lnTo>
                <a:lnTo>
                  <a:pt x="979407" y="673099"/>
                </a:lnTo>
                <a:lnTo>
                  <a:pt x="961205" y="622299"/>
                </a:lnTo>
                <a:lnTo>
                  <a:pt x="947772" y="584199"/>
                </a:lnTo>
                <a:lnTo>
                  <a:pt x="872861" y="584199"/>
                </a:lnTo>
                <a:lnTo>
                  <a:pt x="852062" y="546099"/>
                </a:lnTo>
                <a:lnTo>
                  <a:pt x="835227" y="507999"/>
                </a:lnTo>
                <a:lnTo>
                  <a:pt x="821100" y="482599"/>
                </a:lnTo>
                <a:lnTo>
                  <a:pt x="808426" y="444499"/>
                </a:lnTo>
                <a:lnTo>
                  <a:pt x="796268" y="406399"/>
                </a:lnTo>
                <a:lnTo>
                  <a:pt x="784329" y="368299"/>
                </a:lnTo>
                <a:lnTo>
                  <a:pt x="771980" y="330199"/>
                </a:lnTo>
                <a:lnTo>
                  <a:pt x="758588" y="292099"/>
                </a:lnTo>
                <a:lnTo>
                  <a:pt x="748221" y="266699"/>
                </a:lnTo>
                <a:lnTo>
                  <a:pt x="739660" y="228599"/>
                </a:lnTo>
                <a:lnTo>
                  <a:pt x="727018" y="190499"/>
                </a:lnTo>
                <a:lnTo>
                  <a:pt x="704408" y="152399"/>
                </a:lnTo>
                <a:close/>
              </a:path>
              <a:path w="2338705" h="2933700">
                <a:moveTo>
                  <a:pt x="1920538" y="546099"/>
                </a:moveTo>
                <a:lnTo>
                  <a:pt x="1790521" y="546099"/>
                </a:lnTo>
                <a:lnTo>
                  <a:pt x="1795891" y="558799"/>
                </a:lnTo>
                <a:lnTo>
                  <a:pt x="1738717" y="634999"/>
                </a:lnTo>
                <a:lnTo>
                  <a:pt x="1845592" y="634999"/>
                </a:lnTo>
                <a:lnTo>
                  <a:pt x="1888263" y="584199"/>
                </a:lnTo>
                <a:lnTo>
                  <a:pt x="1920538" y="546099"/>
                </a:lnTo>
                <a:close/>
              </a:path>
              <a:path w="2338705" h="2933700">
                <a:moveTo>
                  <a:pt x="2031759" y="617343"/>
                </a:moveTo>
                <a:lnTo>
                  <a:pt x="2026932" y="622299"/>
                </a:lnTo>
                <a:lnTo>
                  <a:pt x="2025767" y="624946"/>
                </a:lnTo>
                <a:lnTo>
                  <a:pt x="2028520" y="622299"/>
                </a:lnTo>
                <a:lnTo>
                  <a:pt x="2031759" y="617343"/>
                </a:lnTo>
                <a:close/>
              </a:path>
              <a:path w="2338705" h="2933700">
                <a:moveTo>
                  <a:pt x="848282" y="317499"/>
                </a:moveTo>
                <a:lnTo>
                  <a:pt x="823241" y="355599"/>
                </a:lnTo>
                <a:lnTo>
                  <a:pt x="819704" y="380999"/>
                </a:lnTo>
                <a:lnTo>
                  <a:pt x="827809" y="419099"/>
                </a:lnTo>
                <a:lnTo>
                  <a:pt x="837694" y="457199"/>
                </a:lnTo>
                <a:lnTo>
                  <a:pt x="846018" y="482599"/>
                </a:lnTo>
                <a:lnTo>
                  <a:pt x="854823" y="520699"/>
                </a:lnTo>
                <a:lnTo>
                  <a:pt x="863856" y="546099"/>
                </a:lnTo>
                <a:lnTo>
                  <a:pt x="872861" y="584199"/>
                </a:lnTo>
                <a:lnTo>
                  <a:pt x="947772" y="584199"/>
                </a:lnTo>
                <a:lnTo>
                  <a:pt x="925384" y="520699"/>
                </a:lnTo>
                <a:lnTo>
                  <a:pt x="907208" y="469899"/>
                </a:lnTo>
                <a:lnTo>
                  <a:pt x="888485" y="419099"/>
                </a:lnTo>
                <a:lnTo>
                  <a:pt x="868935" y="368299"/>
                </a:lnTo>
                <a:lnTo>
                  <a:pt x="848282" y="317499"/>
                </a:lnTo>
                <a:close/>
              </a:path>
              <a:path w="2338705" h="2933700">
                <a:moveTo>
                  <a:pt x="730492" y="507999"/>
                </a:moveTo>
                <a:lnTo>
                  <a:pt x="641978" y="507999"/>
                </a:lnTo>
                <a:lnTo>
                  <a:pt x="649034" y="533399"/>
                </a:lnTo>
                <a:lnTo>
                  <a:pt x="739401" y="533399"/>
                </a:lnTo>
                <a:lnTo>
                  <a:pt x="730492" y="507999"/>
                </a:lnTo>
                <a:close/>
              </a:path>
              <a:path w="2338705" h="2933700">
                <a:moveTo>
                  <a:pt x="2338213" y="393700"/>
                </a:moveTo>
                <a:lnTo>
                  <a:pt x="2287425" y="393700"/>
                </a:lnTo>
                <a:lnTo>
                  <a:pt x="2248526" y="419100"/>
                </a:lnTo>
                <a:lnTo>
                  <a:pt x="2216106" y="444500"/>
                </a:lnTo>
                <a:lnTo>
                  <a:pt x="2184757" y="469899"/>
                </a:lnTo>
                <a:lnTo>
                  <a:pt x="2149070" y="482599"/>
                </a:lnTo>
                <a:lnTo>
                  <a:pt x="2258595" y="482600"/>
                </a:lnTo>
                <a:lnTo>
                  <a:pt x="2303898" y="431800"/>
                </a:lnTo>
                <a:lnTo>
                  <a:pt x="2338213" y="393700"/>
                </a:lnTo>
                <a:close/>
              </a:path>
              <a:path w="2338705" h="2933700">
                <a:moveTo>
                  <a:pt x="681493" y="368299"/>
                </a:moveTo>
                <a:lnTo>
                  <a:pt x="627254" y="380999"/>
                </a:lnTo>
                <a:lnTo>
                  <a:pt x="685948" y="380999"/>
                </a:lnTo>
                <a:lnTo>
                  <a:pt x="681493" y="368299"/>
                </a:lnTo>
                <a:close/>
              </a:path>
            </a:pathLst>
          </a:custGeom>
          <a:solidFill>
            <a:srgbClr val="BCFF7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1028700"/>
            <a:ext cx="7059930" cy="9258300"/>
            <a:chOff x="0" y="1028700"/>
            <a:chExt cx="7059930" cy="9258300"/>
          </a:xfrm>
        </p:grpSpPr>
        <p:sp>
          <p:nvSpPr>
            <p:cNvPr id="5" name="object 5" descr=""/>
            <p:cNvSpPr/>
            <p:nvPr/>
          </p:nvSpPr>
          <p:spPr>
            <a:xfrm>
              <a:off x="0" y="3782695"/>
              <a:ext cx="7059930" cy="6504305"/>
            </a:xfrm>
            <a:custGeom>
              <a:avLst/>
              <a:gdLst/>
              <a:ahLst/>
              <a:cxnLst/>
              <a:rect l="l" t="t" r="r" b="b"/>
              <a:pathLst>
                <a:path w="7059930" h="6504305">
                  <a:moveTo>
                    <a:pt x="4891532" y="0"/>
                  </a:moveTo>
                  <a:lnTo>
                    <a:pt x="0" y="0"/>
                  </a:lnTo>
                  <a:lnTo>
                    <a:pt x="2168144" y="6504304"/>
                  </a:lnTo>
                  <a:lnTo>
                    <a:pt x="7059676" y="6504304"/>
                  </a:lnTo>
                  <a:lnTo>
                    <a:pt x="48915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1028700"/>
              <a:ext cx="6005322" cy="602957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962785">
              <a:lnSpc>
                <a:spcPct val="100000"/>
              </a:lnSpc>
              <a:spcBef>
                <a:spcPts val="110"/>
              </a:spcBef>
            </a:pPr>
            <a:r>
              <a:rPr dirty="0" sz="7150" spc="2490"/>
              <a:t>DATASET</a:t>
            </a:r>
            <a:endParaRPr sz="7150"/>
          </a:p>
        </p:txBody>
      </p:sp>
      <p:sp>
        <p:nvSpPr>
          <p:cNvPr id="8" name="object 8" descr=""/>
          <p:cNvSpPr txBox="1"/>
          <p:nvPr/>
        </p:nvSpPr>
        <p:spPr>
          <a:xfrm>
            <a:off x="7830057" y="2759463"/>
            <a:ext cx="9441815" cy="5970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3505" indent="604520">
              <a:lnSpc>
                <a:spcPct val="116100"/>
              </a:lnSpc>
              <a:spcBef>
                <a:spcPts val="95"/>
              </a:spcBef>
              <a:buFont typeface="Arial MT"/>
              <a:buChar char="•"/>
              <a:tabLst>
                <a:tab pos="617220" algn="l"/>
              </a:tabLst>
            </a:pP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The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main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dataset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was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taken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from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Kaggle: </a:t>
            </a:r>
            <a:r>
              <a:rPr dirty="0" u="sng" sz="2800" spc="-13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https</a:t>
            </a:r>
            <a:r>
              <a:rPr dirty="0" u="sng" sz="2800" spc="-13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:</a:t>
            </a:r>
            <a:r>
              <a:rPr dirty="0" u="sng" sz="2800" spc="-13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//www</a:t>
            </a:r>
            <a:r>
              <a:rPr dirty="0" u="sng" sz="2800" spc="-13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.</a:t>
            </a:r>
            <a:r>
              <a:rPr dirty="0" u="sng" sz="2800" spc="-13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kaggle</a:t>
            </a:r>
            <a:r>
              <a:rPr dirty="0" u="sng" sz="2800" spc="-13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.</a:t>
            </a:r>
            <a:r>
              <a:rPr dirty="0" u="sng" sz="2800" spc="-13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com/datasets/sanjitva/predicting</a:t>
            </a:r>
            <a:r>
              <a:rPr dirty="0" u="sng" sz="2800" spc="-13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-</a:t>
            </a:r>
            <a:r>
              <a:rPr dirty="0" sz="2800" spc="-13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u="sng" sz="280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soccer</a:t>
            </a:r>
            <a:r>
              <a:rPr dirty="0" u="sng" sz="280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-</a:t>
            </a:r>
            <a:r>
              <a:rPr dirty="0" u="sng" sz="2800" spc="-8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player</a:t>
            </a:r>
            <a:r>
              <a:rPr dirty="0" u="sng" sz="2800" spc="-8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-</a:t>
            </a:r>
            <a:r>
              <a:rPr dirty="0" u="sng" sz="2800" spc="-7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transfer</a:t>
            </a:r>
            <a:r>
              <a:rPr dirty="0" u="sng" sz="2800" spc="-7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-</a:t>
            </a:r>
            <a:r>
              <a:rPr dirty="0" u="sng" sz="28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values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-290" b="1">
                <a:solidFill>
                  <a:srgbClr val="000001"/>
                </a:solidFill>
                <a:latin typeface="Tahoma"/>
                <a:cs typeface="Tahoma"/>
              </a:rPr>
              <a:t>It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includes:</a:t>
            </a:r>
            <a:endParaRPr sz="2800">
              <a:latin typeface="Tahoma"/>
              <a:cs typeface="Tahoma"/>
            </a:endParaRPr>
          </a:p>
          <a:p>
            <a:pPr lvl="1" marL="1221105" indent="-402590">
              <a:lnSpc>
                <a:spcPct val="100000"/>
              </a:lnSpc>
              <a:spcBef>
                <a:spcPts val="540"/>
              </a:spcBef>
              <a:buFont typeface="Segoe UI Symbol"/>
              <a:buChar char="◦"/>
              <a:tabLst>
                <a:tab pos="1221105" algn="l"/>
              </a:tabLst>
            </a:pP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age,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potential,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overall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rating,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position</a:t>
            </a:r>
            <a:endParaRPr sz="2800">
              <a:latin typeface="Tahoma"/>
              <a:cs typeface="Tahoma"/>
            </a:endParaRPr>
          </a:p>
          <a:p>
            <a:pPr lvl="1" marL="1221105" indent="-402590">
              <a:lnSpc>
                <a:spcPct val="100000"/>
              </a:lnSpc>
              <a:spcBef>
                <a:spcPts val="540"/>
              </a:spcBef>
              <a:buFont typeface="Segoe UI Symbol"/>
              <a:buChar char="◦"/>
              <a:tabLst>
                <a:tab pos="1221105" algn="l"/>
              </a:tabLst>
            </a:pP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Club,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league,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nationality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information</a:t>
            </a:r>
            <a:endParaRPr sz="2800">
              <a:latin typeface="Tahoma"/>
              <a:cs typeface="Tahoma"/>
            </a:endParaRPr>
          </a:p>
          <a:p>
            <a:pPr lvl="1" marL="1221105" indent="-402590">
              <a:lnSpc>
                <a:spcPct val="100000"/>
              </a:lnSpc>
              <a:spcBef>
                <a:spcPts val="540"/>
              </a:spcBef>
              <a:buFont typeface="Segoe UI Symbol"/>
              <a:buChar char="◦"/>
              <a:tabLst>
                <a:tab pos="1221105" algn="l"/>
              </a:tabLst>
            </a:pP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Historical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transfer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market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values</a:t>
            </a:r>
            <a:endParaRPr sz="2800">
              <a:latin typeface="Tahoma"/>
              <a:cs typeface="Tahoma"/>
            </a:endParaRPr>
          </a:p>
          <a:p>
            <a:pPr marL="617220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617220" algn="l"/>
              </a:tabLst>
            </a:pP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Additional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Data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Used:</a:t>
            </a:r>
            <a:endParaRPr sz="2800">
              <a:latin typeface="Tahoma"/>
              <a:cs typeface="Tahoma"/>
            </a:endParaRPr>
          </a:p>
          <a:p>
            <a:pPr algn="just" lvl="1" marL="1219200" indent="-400685">
              <a:lnSpc>
                <a:spcPct val="100000"/>
              </a:lnSpc>
              <a:spcBef>
                <a:spcPts val="540"/>
              </a:spcBef>
              <a:buFont typeface="Segoe UI Symbol"/>
              <a:buChar char="◦"/>
              <a:tabLst>
                <a:tab pos="1219200" algn="l"/>
              </a:tabLst>
            </a:pP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Twitter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sentiment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data: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For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public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perception</a:t>
            </a:r>
            <a:endParaRPr sz="2800">
              <a:latin typeface="Tahoma"/>
              <a:cs typeface="Tahoma"/>
            </a:endParaRPr>
          </a:p>
          <a:p>
            <a:pPr algn="just" lvl="1" marL="1219200" marR="5080" indent="-400685">
              <a:lnSpc>
                <a:spcPct val="116100"/>
              </a:lnSpc>
              <a:buFont typeface="Segoe UI Symbol"/>
              <a:buChar char="◦"/>
              <a:tabLst>
                <a:tab pos="1221105" algn="l"/>
              </a:tabLst>
            </a:pPr>
            <a:r>
              <a:rPr dirty="0" sz="2800" spc="-240" b="1">
                <a:solidFill>
                  <a:srgbClr val="000001"/>
                </a:solidFill>
                <a:latin typeface="Tahoma"/>
                <a:cs typeface="Tahoma"/>
              </a:rPr>
              <a:t>Injury</a:t>
            </a:r>
            <a:r>
              <a:rPr dirty="0" sz="2800" spc="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data: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Collected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from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Transfermarkt,</a:t>
            </a:r>
            <a:r>
              <a:rPr dirty="0" sz="2800" spc="-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which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maintains</a:t>
            </a:r>
            <a:r>
              <a:rPr dirty="0" sz="2800" spc="5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detailed</a:t>
            </a:r>
            <a:r>
              <a:rPr dirty="0" sz="2800" spc="5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records</a:t>
            </a:r>
            <a:r>
              <a:rPr dirty="0" sz="2800" spc="5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of</a:t>
            </a:r>
            <a:r>
              <a:rPr dirty="0" sz="2800" spc="5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509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injuries,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recovery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periods,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match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absences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45320" y="6862648"/>
            <a:ext cx="9116695" cy="202438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 marR="5080" indent="222250">
              <a:lnSpc>
                <a:spcPts val="7300"/>
              </a:lnSpc>
              <a:spcBef>
                <a:spcPts val="1295"/>
              </a:spcBef>
            </a:pPr>
            <a:r>
              <a:rPr dirty="0" sz="7000" spc="2840" b="1">
                <a:latin typeface="Arial"/>
                <a:cs typeface="Arial"/>
              </a:rPr>
              <a:t>DATA </a:t>
            </a:r>
            <a:r>
              <a:rPr dirty="0" sz="7000" spc="2265" b="1">
                <a:latin typeface="Arial"/>
                <a:cs typeface="Arial"/>
              </a:rPr>
              <a:t>PREPROCESS</a:t>
            </a:r>
            <a:endParaRPr sz="70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965943" y="0"/>
            <a:ext cx="8322309" cy="5622290"/>
            <a:chOff x="9965943" y="0"/>
            <a:chExt cx="8322309" cy="5622290"/>
          </a:xfrm>
        </p:grpSpPr>
        <p:sp>
          <p:nvSpPr>
            <p:cNvPr id="4" name="object 4" descr=""/>
            <p:cNvSpPr/>
            <p:nvPr/>
          </p:nvSpPr>
          <p:spPr>
            <a:xfrm>
              <a:off x="9965943" y="0"/>
              <a:ext cx="8322309" cy="3470910"/>
            </a:xfrm>
            <a:custGeom>
              <a:avLst/>
              <a:gdLst/>
              <a:ahLst/>
              <a:cxnLst/>
              <a:rect l="l" t="t" r="r" b="b"/>
              <a:pathLst>
                <a:path w="8322309" h="3470910">
                  <a:moveTo>
                    <a:pt x="8322056" y="0"/>
                  </a:moveTo>
                  <a:lnTo>
                    <a:pt x="1156842" y="0"/>
                  </a:lnTo>
                  <a:lnTo>
                    <a:pt x="0" y="3470529"/>
                  </a:lnTo>
                  <a:lnTo>
                    <a:pt x="7772527" y="3470529"/>
                  </a:lnTo>
                  <a:lnTo>
                    <a:pt x="8322056" y="1821941"/>
                  </a:lnTo>
                  <a:lnTo>
                    <a:pt x="83220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5943" y="1028700"/>
              <a:ext cx="8322056" cy="459333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89052" y="1392817"/>
            <a:ext cx="8552180" cy="5474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5595" marR="547370" indent="-303530">
              <a:lnSpc>
                <a:spcPct val="116100"/>
              </a:lnSpc>
              <a:spcBef>
                <a:spcPts val="95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performed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preprocessing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using</a:t>
            </a:r>
            <a:r>
              <a:rPr dirty="0" sz="2800" spc="-17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Python 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(Pandas,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NumPy,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Scikit-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learn).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000001"/>
              </a:buClr>
              <a:buFont typeface="Arial MT"/>
              <a:buChar char="•"/>
            </a:pP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30" b="1">
                <a:solidFill>
                  <a:srgbClr val="000001"/>
                </a:solidFill>
                <a:latin typeface="Tahoma"/>
                <a:cs typeface="Tahoma"/>
              </a:rPr>
              <a:t>Steps</a:t>
            </a:r>
            <a:r>
              <a:rPr dirty="0" sz="2800" spc="-18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involved:</a:t>
            </a:r>
            <a:endParaRPr sz="2800">
              <a:latin typeface="Tahoma"/>
              <a:cs typeface="Tahoma"/>
            </a:endParaRPr>
          </a:p>
          <a:p>
            <a:pPr lvl="1" marL="918844" marR="949960" indent="-402590">
              <a:lnSpc>
                <a:spcPct val="116100"/>
              </a:lnSpc>
              <a:buFont typeface="Segoe UI Symbol"/>
              <a:buChar char="◦"/>
              <a:tabLst>
                <a:tab pos="918844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Removed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duplicates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handled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missing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values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using 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pandas.DataFrame.dropna()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fillna().</a:t>
            </a:r>
            <a:endParaRPr sz="2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515"/>
              </a:spcBef>
              <a:buClr>
                <a:srgbClr val="000001"/>
              </a:buClr>
              <a:buFont typeface="Segoe UI Symbol"/>
              <a:buChar char="◦"/>
            </a:pPr>
            <a:endParaRPr sz="2800">
              <a:latin typeface="Tahoma"/>
              <a:cs typeface="Tahoma"/>
            </a:endParaRPr>
          </a:p>
          <a:p>
            <a:pPr lvl="1" marL="918844" marR="5080" indent="-402590">
              <a:lnSpc>
                <a:spcPct val="116100"/>
              </a:lnSpc>
              <a:buFont typeface="Segoe UI Symbol"/>
              <a:buChar char="◦"/>
              <a:tabLst>
                <a:tab pos="918844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0" b="1">
                <a:solidFill>
                  <a:srgbClr val="000001"/>
                </a:solidFill>
                <a:latin typeface="Tahoma"/>
                <a:cs typeface="Tahoma"/>
              </a:rPr>
              <a:t>scaled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numerical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attributes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with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MinMaxScaler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label-</a:t>
            </a:r>
            <a:r>
              <a:rPr dirty="0" sz="2800" spc="-35" b="1">
                <a:solidFill>
                  <a:srgbClr val="000001"/>
                </a:solidFill>
                <a:latin typeface="Tahoma"/>
                <a:cs typeface="Tahoma"/>
              </a:rPr>
              <a:t>encoded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5" b="1">
                <a:solidFill>
                  <a:srgbClr val="000001"/>
                </a:solidFill>
                <a:latin typeface="Tahoma"/>
                <a:cs typeface="Tahoma"/>
              </a:rPr>
              <a:t>categorical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features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with</a:t>
            </a:r>
            <a:r>
              <a:rPr dirty="0" sz="2800" spc="-18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LabelEncoder.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753799" y="716737"/>
            <a:ext cx="6505575" cy="2683510"/>
          </a:xfrm>
          <a:custGeom>
            <a:avLst/>
            <a:gdLst/>
            <a:ahLst/>
            <a:cxnLst/>
            <a:rect l="l" t="t" r="r" b="b"/>
            <a:pathLst>
              <a:path w="6505575" h="2683510">
                <a:moveTo>
                  <a:pt x="3212524" y="324432"/>
                </a:moveTo>
                <a:lnTo>
                  <a:pt x="3025755" y="242146"/>
                </a:lnTo>
                <a:lnTo>
                  <a:pt x="2974310" y="233352"/>
                </a:lnTo>
                <a:lnTo>
                  <a:pt x="2882335" y="192830"/>
                </a:lnTo>
                <a:lnTo>
                  <a:pt x="2831684" y="184392"/>
                </a:lnTo>
                <a:lnTo>
                  <a:pt x="2786519" y="164493"/>
                </a:lnTo>
                <a:lnTo>
                  <a:pt x="2687235" y="148507"/>
                </a:lnTo>
                <a:lnTo>
                  <a:pt x="3163241" y="358224"/>
                </a:lnTo>
                <a:lnTo>
                  <a:pt x="3203528" y="389852"/>
                </a:lnTo>
                <a:lnTo>
                  <a:pt x="3249120" y="409939"/>
                </a:lnTo>
                <a:lnTo>
                  <a:pt x="3289783" y="441732"/>
                </a:lnTo>
                <a:lnTo>
                  <a:pt x="3335071" y="461685"/>
                </a:lnTo>
                <a:lnTo>
                  <a:pt x="3414840" y="524585"/>
                </a:lnTo>
                <a:lnTo>
                  <a:pt x="3459470" y="544248"/>
                </a:lnTo>
                <a:lnTo>
                  <a:pt x="3575943" y="637197"/>
                </a:lnTo>
                <a:lnTo>
                  <a:pt x="3608808" y="679433"/>
                </a:lnTo>
                <a:lnTo>
                  <a:pt x="3683244" y="739984"/>
                </a:lnTo>
                <a:lnTo>
                  <a:pt x="3745083" y="822740"/>
                </a:lnTo>
                <a:lnTo>
                  <a:pt x="3695641" y="828713"/>
                </a:lnTo>
                <a:lnTo>
                  <a:pt x="3647395" y="835213"/>
                </a:lnTo>
                <a:lnTo>
                  <a:pt x="3600331" y="842234"/>
                </a:lnTo>
                <a:lnTo>
                  <a:pt x="3549315" y="861391"/>
                </a:lnTo>
                <a:lnTo>
                  <a:pt x="3499453" y="881057"/>
                </a:lnTo>
                <a:lnTo>
                  <a:pt x="3455850" y="889602"/>
                </a:lnTo>
                <a:lnTo>
                  <a:pt x="3408252" y="910265"/>
                </a:lnTo>
                <a:lnTo>
                  <a:pt x="3361764" y="931418"/>
                </a:lnTo>
                <a:lnTo>
                  <a:pt x="3316372" y="953053"/>
                </a:lnTo>
                <a:lnTo>
                  <a:pt x="3272062" y="975165"/>
                </a:lnTo>
                <a:lnTo>
                  <a:pt x="3223699" y="1009369"/>
                </a:lnTo>
                <a:lnTo>
                  <a:pt x="3181509" y="1032415"/>
                </a:lnTo>
                <a:lnTo>
                  <a:pt x="3140358" y="1055919"/>
                </a:lnTo>
                <a:lnTo>
                  <a:pt x="3095110" y="1091495"/>
                </a:lnTo>
                <a:lnTo>
                  <a:pt x="3055993" y="1115895"/>
                </a:lnTo>
                <a:lnTo>
                  <a:pt x="3012751" y="1152355"/>
                </a:lnTo>
                <a:lnTo>
                  <a:pt x="2970489" y="1189248"/>
                </a:lnTo>
                <a:lnTo>
                  <a:pt x="2929194" y="1226566"/>
                </a:lnTo>
                <a:lnTo>
                  <a:pt x="2896918" y="1253979"/>
                </a:lnTo>
                <a:lnTo>
                  <a:pt x="2865295" y="1281681"/>
                </a:lnTo>
                <a:lnTo>
                  <a:pt x="2829299" y="1321334"/>
                </a:lnTo>
                <a:lnTo>
                  <a:pt x="2799263" y="1349735"/>
                </a:lnTo>
                <a:lnTo>
                  <a:pt x="2765039" y="1390168"/>
                </a:lnTo>
                <a:lnTo>
                  <a:pt x="2736960" y="1419431"/>
                </a:lnTo>
                <a:lnTo>
                  <a:pt x="2704878" y="1460808"/>
                </a:lnTo>
                <a:lnTo>
                  <a:pt x="2679126" y="1491096"/>
                </a:lnTo>
                <a:lnTo>
                  <a:pt x="2649557" y="1533581"/>
                </a:lnTo>
                <a:lnTo>
                  <a:pt x="2621382" y="1576679"/>
                </a:lnTo>
                <a:lnTo>
                  <a:pt x="2594695" y="1620433"/>
                </a:lnTo>
                <a:lnTo>
                  <a:pt x="2574708" y="1653262"/>
                </a:lnTo>
                <a:lnTo>
                  <a:pt x="2551274" y="1698449"/>
                </a:lnTo>
                <a:lnTo>
                  <a:pt x="2529605" y="1744414"/>
                </a:lnTo>
                <a:lnTo>
                  <a:pt x="2509794" y="1791197"/>
                </a:lnTo>
                <a:lnTo>
                  <a:pt x="2497054" y="1827218"/>
                </a:lnTo>
                <a:lnTo>
                  <a:pt x="2481236" y="1875761"/>
                </a:lnTo>
                <a:lnTo>
                  <a:pt x="2467555" y="1925245"/>
                </a:lnTo>
                <a:lnTo>
                  <a:pt x="2461221" y="1964089"/>
                </a:lnTo>
                <a:lnTo>
                  <a:pt x="2452089" y="2015577"/>
                </a:lnTo>
                <a:lnTo>
                  <a:pt x="2450490" y="2056506"/>
                </a:lnTo>
                <a:lnTo>
                  <a:pt x="2446276" y="2110162"/>
                </a:lnTo>
                <a:lnTo>
                  <a:pt x="2449781" y="2153340"/>
                </a:lnTo>
                <a:lnTo>
                  <a:pt x="2455978" y="2197704"/>
                </a:lnTo>
                <a:lnTo>
                  <a:pt x="2464958" y="2243294"/>
                </a:lnTo>
                <a:lnTo>
                  <a:pt x="2464805" y="2257105"/>
                </a:lnTo>
                <a:lnTo>
                  <a:pt x="2464767" y="2270966"/>
                </a:lnTo>
                <a:lnTo>
                  <a:pt x="2469956" y="2273252"/>
                </a:lnTo>
                <a:lnTo>
                  <a:pt x="2470120" y="2287202"/>
                </a:lnTo>
                <a:lnTo>
                  <a:pt x="2476385" y="2289963"/>
                </a:lnTo>
                <a:lnTo>
                  <a:pt x="2477742" y="2304438"/>
                </a:lnTo>
                <a:lnTo>
                  <a:pt x="2479352" y="2319026"/>
                </a:lnTo>
                <a:lnTo>
                  <a:pt x="2486378" y="2322121"/>
                </a:lnTo>
                <a:lnTo>
                  <a:pt x="2502151" y="2370705"/>
                </a:lnTo>
                <a:lnTo>
                  <a:pt x="2524852" y="2408462"/>
                </a:lnTo>
                <a:lnTo>
                  <a:pt x="2549192" y="2446941"/>
                </a:lnTo>
                <a:lnTo>
                  <a:pt x="2580126" y="2474448"/>
                </a:lnTo>
                <a:lnTo>
                  <a:pt x="2612366" y="2502531"/>
                </a:lnTo>
                <a:lnTo>
                  <a:pt x="2680100" y="2560129"/>
                </a:lnTo>
                <a:lnTo>
                  <a:pt x="2886233" y="2650946"/>
                </a:lnTo>
                <a:lnTo>
                  <a:pt x="3026283" y="2671015"/>
                </a:lnTo>
                <a:lnTo>
                  <a:pt x="2817645" y="2579094"/>
                </a:lnTo>
                <a:lnTo>
                  <a:pt x="2789620" y="2552869"/>
                </a:lnTo>
                <a:lnTo>
                  <a:pt x="2756348" y="2538210"/>
                </a:lnTo>
                <a:lnTo>
                  <a:pt x="2728112" y="2511891"/>
                </a:lnTo>
                <a:lnTo>
                  <a:pt x="2694713" y="2497177"/>
                </a:lnTo>
                <a:lnTo>
                  <a:pt x="2683169" y="2478213"/>
                </a:lnTo>
                <a:lnTo>
                  <a:pt x="2667160" y="2471160"/>
                </a:lnTo>
                <a:lnTo>
                  <a:pt x="2656906" y="2452764"/>
                </a:lnTo>
                <a:lnTo>
                  <a:pt x="2647265" y="2434638"/>
                </a:lnTo>
                <a:lnTo>
                  <a:pt x="2632703" y="2428223"/>
                </a:lnTo>
                <a:lnTo>
                  <a:pt x="2623589" y="2410329"/>
                </a:lnTo>
                <a:lnTo>
                  <a:pt x="2614834" y="2392594"/>
                </a:lnTo>
                <a:lnTo>
                  <a:pt x="2606471" y="2375031"/>
                </a:lnTo>
                <a:lnTo>
                  <a:pt x="2595075" y="2356133"/>
                </a:lnTo>
                <a:lnTo>
                  <a:pt x="2584461" y="2337579"/>
                </a:lnTo>
                <a:lnTo>
                  <a:pt x="2574609" y="2319360"/>
                </a:lnTo>
                <a:lnTo>
                  <a:pt x="2570617" y="2289845"/>
                </a:lnTo>
                <a:lnTo>
                  <a:pt x="2564528" y="2287162"/>
                </a:lnTo>
                <a:lnTo>
                  <a:pt x="2556379" y="2241938"/>
                </a:lnTo>
                <a:lnTo>
                  <a:pt x="2552578" y="2198630"/>
                </a:lnTo>
                <a:lnTo>
                  <a:pt x="2557664" y="2145359"/>
                </a:lnTo>
                <a:lnTo>
                  <a:pt x="2561150" y="2105261"/>
                </a:lnTo>
                <a:lnTo>
                  <a:pt x="2573031" y="2054984"/>
                </a:lnTo>
                <a:lnTo>
                  <a:pt x="2587943" y="2006041"/>
                </a:lnTo>
                <a:lnTo>
                  <a:pt x="2600519" y="1969948"/>
                </a:lnTo>
                <a:lnTo>
                  <a:pt x="2605578" y="1958299"/>
                </a:lnTo>
                <a:lnTo>
                  <a:pt x="2610637" y="1946650"/>
                </a:lnTo>
                <a:lnTo>
                  <a:pt x="2643286" y="1877767"/>
                </a:lnTo>
                <a:lnTo>
                  <a:pt x="2667866" y="1833084"/>
                </a:lnTo>
                <a:lnTo>
                  <a:pt x="2694251" y="1789197"/>
                </a:lnTo>
                <a:lnTo>
                  <a:pt x="2722195" y="1745997"/>
                </a:lnTo>
                <a:lnTo>
                  <a:pt x="2751454" y="1703376"/>
                </a:lnTo>
                <a:lnTo>
                  <a:pt x="2781781" y="1661225"/>
                </a:lnTo>
                <a:lnTo>
                  <a:pt x="2799135" y="1641115"/>
                </a:lnTo>
                <a:lnTo>
                  <a:pt x="2710448" y="1602042"/>
                </a:lnTo>
                <a:lnTo>
                  <a:pt x="2738500" y="1558889"/>
                </a:lnTo>
                <a:lnTo>
                  <a:pt x="2768255" y="1516487"/>
                </a:lnTo>
                <a:lnTo>
                  <a:pt x="2799595" y="1474782"/>
                </a:lnTo>
                <a:lnTo>
                  <a:pt x="2827284" y="1445348"/>
                </a:lnTo>
                <a:lnTo>
                  <a:pt x="2861390" y="1404862"/>
                </a:lnTo>
                <a:lnTo>
                  <a:pt x="2891334" y="1376421"/>
                </a:lnTo>
                <a:lnTo>
                  <a:pt x="2927369" y="1336785"/>
                </a:lnTo>
                <a:lnTo>
                  <a:pt x="2964386" y="1297582"/>
                </a:lnTo>
                <a:lnTo>
                  <a:pt x="2997278" y="1270440"/>
                </a:lnTo>
                <a:lnTo>
                  <a:pt x="3036297" y="1232119"/>
                </a:lnTo>
                <a:lnTo>
                  <a:pt x="3071215" y="1205869"/>
                </a:lnTo>
                <a:lnTo>
                  <a:pt x="3112283" y="1168451"/>
                </a:lnTo>
                <a:lnTo>
                  <a:pt x="3149275" y="1143115"/>
                </a:lnTo>
                <a:lnTo>
                  <a:pt x="3192441" y="1106621"/>
                </a:lnTo>
                <a:lnTo>
                  <a:pt x="3231555" y="1082220"/>
                </a:lnTo>
                <a:lnTo>
                  <a:pt x="3276868" y="1046672"/>
                </a:lnTo>
                <a:lnTo>
                  <a:pt x="3318152" y="1023227"/>
                </a:lnTo>
                <a:lnTo>
                  <a:pt x="3360539" y="1000268"/>
                </a:lnTo>
                <a:lnTo>
                  <a:pt x="3404041" y="977800"/>
                </a:lnTo>
                <a:lnTo>
                  <a:pt x="3448671" y="955829"/>
                </a:lnTo>
                <a:lnTo>
                  <a:pt x="3494441" y="934360"/>
                </a:lnTo>
                <a:lnTo>
                  <a:pt x="3541362" y="913399"/>
                </a:lnTo>
                <a:lnTo>
                  <a:pt x="3584326" y="904572"/>
                </a:lnTo>
                <a:lnTo>
                  <a:pt x="3633587" y="884641"/>
                </a:lnTo>
                <a:lnTo>
                  <a:pt x="3678915" y="876856"/>
                </a:lnTo>
                <a:lnTo>
                  <a:pt x="3730563" y="857977"/>
                </a:lnTo>
                <a:lnTo>
                  <a:pt x="3778302" y="851254"/>
                </a:lnTo>
                <a:lnTo>
                  <a:pt x="3951308" y="927476"/>
                </a:lnTo>
                <a:lnTo>
                  <a:pt x="3976867" y="924859"/>
                </a:lnTo>
                <a:lnTo>
                  <a:pt x="3900583" y="891250"/>
                </a:lnTo>
                <a:lnTo>
                  <a:pt x="3894771" y="874811"/>
                </a:lnTo>
                <a:lnTo>
                  <a:pt x="3883785" y="869971"/>
                </a:lnTo>
                <a:lnTo>
                  <a:pt x="3877857" y="853481"/>
                </a:lnTo>
                <a:lnTo>
                  <a:pt x="3866734" y="848581"/>
                </a:lnTo>
                <a:lnTo>
                  <a:pt x="3875801" y="838698"/>
                </a:lnTo>
                <a:lnTo>
                  <a:pt x="3879635" y="840387"/>
                </a:lnTo>
                <a:lnTo>
                  <a:pt x="3907442" y="838760"/>
                </a:lnTo>
                <a:lnTo>
                  <a:pt x="3839875" y="808992"/>
                </a:lnTo>
                <a:lnTo>
                  <a:pt x="3814673" y="770132"/>
                </a:lnTo>
                <a:lnTo>
                  <a:pt x="3753225" y="715304"/>
                </a:lnTo>
                <a:lnTo>
                  <a:pt x="3727389" y="676165"/>
                </a:lnTo>
                <a:lnTo>
                  <a:pt x="3690506" y="646037"/>
                </a:lnTo>
                <a:lnTo>
                  <a:pt x="3658246" y="604068"/>
                </a:lnTo>
                <a:lnTo>
                  <a:pt x="3543459" y="511862"/>
                </a:lnTo>
                <a:lnTo>
                  <a:pt x="3531309" y="496565"/>
                </a:lnTo>
                <a:lnTo>
                  <a:pt x="3307619" y="398012"/>
                </a:lnTo>
                <a:lnTo>
                  <a:pt x="3212524" y="324432"/>
                </a:lnTo>
                <a:close/>
              </a:path>
              <a:path w="6505575" h="2683510">
                <a:moveTo>
                  <a:pt x="3963045" y="988159"/>
                </a:moveTo>
                <a:lnTo>
                  <a:pt x="3838333" y="933214"/>
                </a:lnTo>
                <a:lnTo>
                  <a:pt x="3854225" y="967972"/>
                </a:lnTo>
                <a:lnTo>
                  <a:pt x="3867101" y="973645"/>
                </a:lnTo>
                <a:lnTo>
                  <a:pt x="3874730" y="990884"/>
                </a:lnTo>
                <a:lnTo>
                  <a:pt x="3895144" y="1041512"/>
                </a:lnTo>
                <a:lnTo>
                  <a:pt x="3919249" y="1079887"/>
                </a:lnTo>
                <a:lnTo>
                  <a:pt x="3936685" y="1129203"/>
                </a:lnTo>
                <a:lnTo>
                  <a:pt x="3952453" y="1177784"/>
                </a:lnTo>
                <a:lnTo>
                  <a:pt x="3966434" y="1225578"/>
                </a:lnTo>
                <a:lnTo>
                  <a:pt x="3978510" y="1272532"/>
                </a:lnTo>
                <a:lnTo>
                  <a:pt x="3988562" y="1318594"/>
                </a:lnTo>
                <a:lnTo>
                  <a:pt x="3991349" y="1375334"/>
                </a:lnTo>
                <a:lnTo>
                  <a:pt x="3995578" y="1418831"/>
                </a:lnTo>
                <a:lnTo>
                  <a:pt x="3998134" y="1461591"/>
                </a:lnTo>
                <a:lnTo>
                  <a:pt x="3993909" y="1515242"/>
                </a:lnTo>
                <a:lnTo>
                  <a:pt x="3988035" y="1568166"/>
                </a:lnTo>
                <a:lnTo>
                  <a:pt x="3985645" y="1608747"/>
                </a:lnTo>
                <a:lnTo>
                  <a:pt x="3976511" y="1660234"/>
                </a:lnTo>
                <a:lnTo>
                  <a:pt x="3965763" y="1711011"/>
                </a:lnTo>
                <a:lnTo>
                  <a:pt x="3958536" y="1749460"/>
                </a:lnTo>
                <a:lnTo>
                  <a:pt x="3944599" y="1798832"/>
                </a:lnTo>
                <a:lnTo>
                  <a:pt x="3929085" y="1847509"/>
                </a:lnTo>
                <a:lnTo>
                  <a:pt x="3912006" y="1895496"/>
                </a:lnTo>
                <a:lnTo>
                  <a:pt x="3893375" y="1942799"/>
                </a:lnTo>
                <a:lnTo>
                  <a:pt x="3883340" y="1966134"/>
                </a:lnTo>
                <a:lnTo>
                  <a:pt x="3878323" y="1977802"/>
                </a:lnTo>
                <a:lnTo>
                  <a:pt x="3856622" y="2023752"/>
                </a:lnTo>
                <a:lnTo>
                  <a:pt x="3833403" y="2069035"/>
                </a:lnTo>
                <a:lnTo>
                  <a:pt x="3808680" y="2113654"/>
                </a:lnTo>
                <a:lnTo>
                  <a:pt x="3782463" y="2157616"/>
                </a:lnTo>
                <a:lnTo>
                  <a:pt x="3754766" y="2200924"/>
                </a:lnTo>
                <a:lnTo>
                  <a:pt x="3730719" y="2231964"/>
                </a:lnTo>
                <a:lnTo>
                  <a:pt x="3700095" y="2273983"/>
                </a:lnTo>
                <a:lnTo>
                  <a:pt x="3668026" y="2315366"/>
                </a:lnTo>
                <a:lnTo>
                  <a:pt x="3639643" y="2344495"/>
                </a:lnTo>
                <a:lnTo>
                  <a:pt x="3604719" y="2384620"/>
                </a:lnTo>
                <a:lnTo>
                  <a:pt x="3571526" y="2411630"/>
                </a:lnTo>
                <a:lnTo>
                  <a:pt x="3531006" y="2449290"/>
                </a:lnTo>
                <a:lnTo>
                  <a:pt x="3488231" y="2485956"/>
                </a:lnTo>
                <a:lnTo>
                  <a:pt x="3448274" y="2509986"/>
                </a:lnTo>
                <a:lnTo>
                  <a:pt x="3400847" y="2544602"/>
                </a:lnTo>
                <a:lnTo>
                  <a:pt x="3356142" y="2566540"/>
                </a:lnTo>
                <a:lnTo>
                  <a:pt x="3308990" y="2587400"/>
                </a:lnTo>
                <a:lnTo>
                  <a:pt x="3259343" y="2607161"/>
                </a:lnTo>
                <a:lnTo>
                  <a:pt x="3207154" y="2625801"/>
                </a:lnTo>
                <a:lnTo>
                  <a:pt x="3157495" y="2631678"/>
                </a:lnTo>
                <a:lnTo>
                  <a:pt x="3108821" y="2637990"/>
                </a:lnTo>
                <a:lnTo>
                  <a:pt x="3062839" y="2631609"/>
                </a:lnTo>
                <a:lnTo>
                  <a:pt x="3009767" y="2635982"/>
                </a:lnTo>
                <a:lnTo>
                  <a:pt x="2960301" y="2628067"/>
                </a:lnTo>
                <a:lnTo>
                  <a:pt x="2914901" y="2608065"/>
                </a:lnTo>
                <a:lnTo>
                  <a:pt x="2863783" y="2599421"/>
                </a:lnTo>
                <a:lnTo>
                  <a:pt x="3026283" y="2671015"/>
                </a:lnTo>
                <a:lnTo>
                  <a:pt x="3117291" y="2683355"/>
                </a:lnTo>
                <a:lnTo>
                  <a:pt x="3166708" y="2677371"/>
                </a:lnTo>
                <a:lnTo>
                  <a:pt x="3209977" y="2682557"/>
                </a:lnTo>
                <a:lnTo>
                  <a:pt x="3257173" y="2675594"/>
                </a:lnTo>
                <a:lnTo>
                  <a:pt x="3303008" y="2668032"/>
                </a:lnTo>
                <a:lnTo>
                  <a:pt x="3347315" y="2659797"/>
                </a:lnTo>
                <a:lnTo>
                  <a:pt x="3389928" y="2650816"/>
                </a:lnTo>
                <a:lnTo>
                  <a:pt x="3430681" y="2641014"/>
                </a:lnTo>
                <a:lnTo>
                  <a:pt x="3469406" y="2630320"/>
                </a:lnTo>
                <a:lnTo>
                  <a:pt x="3513083" y="2621807"/>
                </a:lnTo>
                <a:lnTo>
                  <a:pt x="3559956" y="2600824"/>
                </a:lnTo>
                <a:lnTo>
                  <a:pt x="3604898" y="2578991"/>
                </a:lnTo>
                <a:lnTo>
                  <a:pt x="3633567" y="2563866"/>
                </a:lnTo>
                <a:lnTo>
                  <a:pt x="3558272" y="2530693"/>
                </a:lnTo>
                <a:lnTo>
                  <a:pt x="3601295" y="2494136"/>
                </a:lnTo>
                <a:lnTo>
                  <a:pt x="3637211" y="2468326"/>
                </a:lnTo>
                <a:lnTo>
                  <a:pt x="3676301" y="2430036"/>
                </a:lnTo>
                <a:lnTo>
                  <a:pt x="3713486" y="2390907"/>
                </a:lnTo>
                <a:lnTo>
                  <a:pt x="3743687" y="2362579"/>
                </a:lnTo>
                <a:lnTo>
                  <a:pt x="3777184" y="2321825"/>
                </a:lnTo>
                <a:lnTo>
                  <a:pt x="3808899" y="2280286"/>
                </a:lnTo>
                <a:lnTo>
                  <a:pt x="3838872" y="2237980"/>
                </a:lnTo>
                <a:lnTo>
                  <a:pt x="3867144" y="2194924"/>
                </a:lnTo>
                <a:lnTo>
                  <a:pt x="3893756" y="2151137"/>
                </a:lnTo>
                <a:lnTo>
                  <a:pt x="3918749" y="2106636"/>
                </a:lnTo>
                <a:lnTo>
                  <a:pt x="3942163" y="2061440"/>
                </a:lnTo>
                <a:lnTo>
                  <a:pt x="3964039" y="2015566"/>
                </a:lnTo>
                <a:lnTo>
                  <a:pt x="3984419" y="1969033"/>
                </a:lnTo>
                <a:lnTo>
                  <a:pt x="4003343" y="1921859"/>
                </a:lnTo>
                <a:lnTo>
                  <a:pt x="4020852" y="1874061"/>
                </a:lnTo>
                <a:lnTo>
                  <a:pt x="4036986" y="1825658"/>
                </a:lnTo>
                <a:lnTo>
                  <a:pt x="4049522" y="1783064"/>
                </a:lnTo>
                <a:lnTo>
                  <a:pt x="4050547" y="1776120"/>
                </a:lnTo>
                <a:lnTo>
                  <a:pt x="4146053" y="1818198"/>
                </a:lnTo>
                <a:lnTo>
                  <a:pt x="4152013" y="1779190"/>
                </a:lnTo>
                <a:lnTo>
                  <a:pt x="4152760" y="1737886"/>
                </a:lnTo>
                <a:lnTo>
                  <a:pt x="4155291" y="1683489"/>
                </a:lnTo>
                <a:lnTo>
                  <a:pt x="4156096" y="1628332"/>
                </a:lnTo>
                <a:lnTo>
                  <a:pt x="4155227" y="1572437"/>
                </a:lnTo>
                <a:lnTo>
                  <a:pt x="4147616" y="1527450"/>
                </a:lnTo>
                <a:lnTo>
                  <a:pt x="4143554" y="1470148"/>
                </a:lnTo>
                <a:lnTo>
                  <a:pt x="4132853" y="1423800"/>
                </a:lnTo>
                <a:lnTo>
                  <a:pt x="4125805" y="1365183"/>
                </a:lnTo>
                <a:lnTo>
                  <a:pt x="4112221" y="1317564"/>
                </a:lnTo>
                <a:lnTo>
                  <a:pt x="4097274" y="1269345"/>
                </a:lnTo>
                <a:lnTo>
                  <a:pt x="4081015" y="1220548"/>
                </a:lnTo>
                <a:lnTo>
                  <a:pt x="4058376" y="1182817"/>
                </a:lnTo>
                <a:lnTo>
                  <a:pt x="4039648" y="1132932"/>
                </a:lnTo>
                <a:lnTo>
                  <a:pt x="4019764" y="1082538"/>
                </a:lnTo>
                <a:lnTo>
                  <a:pt x="3998100" y="1045237"/>
                </a:lnTo>
                <a:lnTo>
                  <a:pt x="3975125" y="1007359"/>
                </a:lnTo>
                <a:lnTo>
                  <a:pt x="3963045" y="988159"/>
                </a:lnTo>
                <a:close/>
              </a:path>
              <a:path w="6505575" h="2683510">
                <a:moveTo>
                  <a:pt x="3264419" y="291777"/>
                </a:moveTo>
                <a:lnTo>
                  <a:pt x="2760808" y="69898"/>
                </a:lnTo>
                <a:lnTo>
                  <a:pt x="2413529" y="14040"/>
                </a:lnTo>
                <a:lnTo>
                  <a:pt x="2359522" y="18002"/>
                </a:lnTo>
                <a:lnTo>
                  <a:pt x="2262413" y="2973"/>
                </a:lnTo>
                <a:lnTo>
                  <a:pt x="2209098" y="7240"/>
                </a:lnTo>
                <a:lnTo>
                  <a:pt x="2161164" y="0"/>
                </a:lnTo>
                <a:lnTo>
                  <a:pt x="2055891" y="9130"/>
                </a:lnTo>
                <a:lnTo>
                  <a:pt x="2008821" y="2271"/>
                </a:lnTo>
                <a:lnTo>
                  <a:pt x="1956949" y="7172"/>
                </a:lnTo>
                <a:lnTo>
                  <a:pt x="1752913" y="28303"/>
                </a:lnTo>
                <a:lnTo>
                  <a:pt x="1603916" y="45926"/>
                </a:lnTo>
                <a:lnTo>
                  <a:pt x="1506718" y="58614"/>
                </a:lnTo>
                <a:lnTo>
                  <a:pt x="1453682" y="76882"/>
                </a:lnTo>
                <a:lnTo>
                  <a:pt x="1359289" y="90806"/>
                </a:lnTo>
                <a:lnTo>
                  <a:pt x="1307720" y="109720"/>
                </a:lnTo>
                <a:lnTo>
                  <a:pt x="1261788" y="117239"/>
                </a:lnTo>
                <a:lnTo>
                  <a:pt x="1210791" y="136405"/>
                </a:lnTo>
                <a:lnTo>
                  <a:pt x="1165505" y="144209"/>
                </a:lnTo>
                <a:lnTo>
                  <a:pt x="1115711" y="163905"/>
                </a:lnTo>
                <a:lnTo>
                  <a:pt x="1066548" y="183878"/>
                </a:lnTo>
                <a:lnTo>
                  <a:pt x="1023155" y="192516"/>
                </a:lnTo>
                <a:lnTo>
                  <a:pt x="975311" y="213071"/>
                </a:lnTo>
                <a:lnTo>
                  <a:pt x="928156" y="233930"/>
                </a:lnTo>
                <a:lnTo>
                  <a:pt x="881709" y="255100"/>
                </a:lnTo>
                <a:lnTo>
                  <a:pt x="835990" y="276591"/>
                </a:lnTo>
                <a:lnTo>
                  <a:pt x="791018" y="298411"/>
                </a:lnTo>
                <a:lnTo>
                  <a:pt x="746812" y="320569"/>
                </a:lnTo>
                <a:lnTo>
                  <a:pt x="703391" y="343073"/>
                </a:lnTo>
                <a:lnTo>
                  <a:pt x="660776" y="365931"/>
                </a:lnTo>
                <a:lnTo>
                  <a:pt x="618985" y="389153"/>
                </a:lnTo>
                <a:lnTo>
                  <a:pt x="578037" y="412746"/>
                </a:lnTo>
                <a:lnTo>
                  <a:pt x="537953" y="436720"/>
                </a:lnTo>
                <a:lnTo>
                  <a:pt x="493630" y="472704"/>
                </a:lnTo>
                <a:lnTo>
                  <a:pt x="455330" y="497464"/>
                </a:lnTo>
                <a:lnTo>
                  <a:pt x="417951" y="522629"/>
                </a:lnTo>
                <a:lnTo>
                  <a:pt x="376392" y="559831"/>
                </a:lnTo>
                <a:lnTo>
                  <a:pt x="340913" y="585834"/>
                </a:lnTo>
                <a:lnTo>
                  <a:pt x="301293" y="623890"/>
                </a:lnTo>
                <a:lnTo>
                  <a:pt x="263962" y="662955"/>
                </a:lnTo>
                <a:lnTo>
                  <a:pt x="232459" y="690709"/>
                </a:lnTo>
                <a:lnTo>
                  <a:pt x="196480" y="730369"/>
                </a:lnTo>
                <a:lnTo>
                  <a:pt x="166205" y="758665"/>
                </a:lnTo>
                <a:lnTo>
                  <a:pt x="131331" y="798812"/>
                </a:lnTo>
                <a:lnTo>
                  <a:pt x="102035" y="827539"/>
                </a:lnTo>
                <a:lnTo>
                  <a:pt x="68015" y="868062"/>
                </a:lnTo>
                <a:lnTo>
                  <a:pt x="137708" y="898767"/>
                </a:lnTo>
                <a:lnTo>
                  <a:pt x="106370" y="926594"/>
                </a:lnTo>
                <a:lnTo>
                  <a:pt x="70417" y="966266"/>
                </a:lnTo>
                <a:lnTo>
                  <a:pt x="34963" y="1006157"/>
                </a:lnTo>
                <a:lnTo>
                  <a:pt x="0" y="1046265"/>
                </a:lnTo>
                <a:lnTo>
                  <a:pt x="4606" y="1062173"/>
                </a:lnTo>
                <a:lnTo>
                  <a:pt x="33003" y="1074684"/>
                </a:lnTo>
                <a:lnTo>
                  <a:pt x="69212" y="1076759"/>
                </a:lnTo>
                <a:lnTo>
                  <a:pt x="97258" y="1061359"/>
                </a:lnTo>
                <a:lnTo>
                  <a:pt x="126930" y="1032798"/>
                </a:lnTo>
                <a:lnTo>
                  <a:pt x="162230" y="992839"/>
                </a:lnTo>
                <a:lnTo>
                  <a:pt x="198055" y="953110"/>
                </a:lnTo>
                <a:lnTo>
                  <a:pt x="229302" y="925244"/>
                </a:lnTo>
                <a:lnTo>
                  <a:pt x="266232" y="886002"/>
                </a:lnTo>
                <a:lnTo>
                  <a:pt x="303742" y="847016"/>
                </a:lnTo>
                <a:lnTo>
                  <a:pt x="336730" y="819916"/>
                </a:lnTo>
                <a:lnTo>
                  <a:pt x="375455" y="781466"/>
                </a:lnTo>
                <a:lnTo>
                  <a:pt x="398281" y="763766"/>
                </a:lnTo>
                <a:lnTo>
                  <a:pt x="314006" y="726637"/>
                </a:lnTo>
                <a:lnTo>
                  <a:pt x="347172" y="699615"/>
                </a:lnTo>
                <a:lnTo>
                  <a:pt x="386211" y="661303"/>
                </a:lnTo>
                <a:lnTo>
                  <a:pt x="426043" y="623340"/>
                </a:lnTo>
                <a:lnTo>
                  <a:pt x="466708" y="585744"/>
                </a:lnTo>
                <a:lnTo>
                  <a:pt x="503127" y="560156"/>
                </a:lnTo>
                <a:lnTo>
                  <a:pt x="545581" y="523348"/>
                </a:lnTo>
                <a:lnTo>
                  <a:pt x="583870" y="498584"/>
                </a:lnTo>
                <a:lnTo>
                  <a:pt x="628275" y="462636"/>
                </a:lnTo>
                <a:lnTo>
                  <a:pt x="668597" y="438767"/>
                </a:lnTo>
                <a:lnTo>
                  <a:pt x="715116" y="403750"/>
                </a:lnTo>
                <a:lnTo>
                  <a:pt x="757633" y="380849"/>
                </a:lnTo>
                <a:lnTo>
                  <a:pt x="801309" y="358457"/>
                </a:lnTo>
                <a:lnTo>
                  <a:pt x="846184" y="336594"/>
                </a:lnTo>
                <a:lnTo>
                  <a:pt x="892299" y="315277"/>
                </a:lnTo>
                <a:lnTo>
                  <a:pt x="944814" y="282903"/>
                </a:lnTo>
                <a:lnTo>
                  <a:pt x="993531" y="262732"/>
                </a:lnTo>
                <a:lnTo>
                  <a:pt x="1035887" y="253638"/>
                </a:lnTo>
                <a:lnTo>
                  <a:pt x="1083857" y="233138"/>
                </a:lnTo>
                <a:lnTo>
                  <a:pt x="1132313" y="212853"/>
                </a:lnTo>
                <a:lnTo>
                  <a:pt x="1176128" y="204401"/>
                </a:lnTo>
                <a:lnTo>
                  <a:pt x="1225535" y="184535"/>
                </a:lnTo>
                <a:lnTo>
                  <a:pt x="1275407" y="164873"/>
                </a:lnTo>
                <a:lnTo>
                  <a:pt x="1366276" y="149396"/>
                </a:lnTo>
                <a:lnTo>
                  <a:pt x="1417500" y="130331"/>
                </a:lnTo>
                <a:lnTo>
                  <a:pt x="1464041" y="123079"/>
                </a:lnTo>
                <a:lnTo>
                  <a:pt x="1516131" y="104395"/>
                </a:lnTo>
                <a:lnTo>
                  <a:pt x="1611332" y="90827"/>
                </a:lnTo>
                <a:lnTo>
                  <a:pt x="1757177" y="71815"/>
                </a:lnTo>
                <a:lnTo>
                  <a:pt x="1906508" y="54339"/>
                </a:lnTo>
                <a:lnTo>
                  <a:pt x="2007903" y="43500"/>
                </a:lnTo>
                <a:lnTo>
                  <a:pt x="2054011" y="49936"/>
                </a:lnTo>
                <a:lnTo>
                  <a:pt x="2157496" y="40017"/>
                </a:lnTo>
                <a:lnTo>
                  <a:pt x="2204618" y="46900"/>
                </a:lnTo>
                <a:lnTo>
                  <a:pt x="2256678" y="42081"/>
                </a:lnTo>
                <a:lnTo>
                  <a:pt x="2304114" y="49102"/>
                </a:lnTo>
                <a:lnTo>
                  <a:pt x="2357130" y="44704"/>
                </a:lnTo>
                <a:lnTo>
                  <a:pt x="2503173" y="67413"/>
                </a:lnTo>
                <a:lnTo>
                  <a:pt x="2557630" y="63650"/>
                </a:lnTo>
                <a:lnTo>
                  <a:pt x="2657029" y="79693"/>
                </a:lnTo>
                <a:lnTo>
                  <a:pt x="2701916" y="99470"/>
                </a:lnTo>
                <a:lnTo>
                  <a:pt x="2802352" y="115957"/>
                </a:lnTo>
                <a:lnTo>
                  <a:pt x="3345305" y="355170"/>
                </a:lnTo>
                <a:lnTo>
                  <a:pt x="3264419" y="291777"/>
                </a:lnTo>
                <a:close/>
              </a:path>
              <a:path w="6505575" h="2683510">
                <a:moveTo>
                  <a:pt x="4146053" y="1818198"/>
                </a:moveTo>
                <a:lnTo>
                  <a:pt x="4051449" y="1776518"/>
                </a:lnTo>
                <a:lnTo>
                  <a:pt x="4049522" y="1783064"/>
                </a:lnTo>
                <a:lnTo>
                  <a:pt x="4042856" y="1828244"/>
                </a:lnTo>
                <a:lnTo>
                  <a:pt x="4033119" y="1879466"/>
                </a:lnTo>
                <a:lnTo>
                  <a:pt x="4021275" y="1929759"/>
                </a:lnTo>
                <a:lnTo>
                  <a:pt x="4007258" y="1979096"/>
                </a:lnTo>
                <a:lnTo>
                  <a:pt x="3991005" y="2027447"/>
                </a:lnTo>
                <a:lnTo>
                  <a:pt x="3972454" y="2074786"/>
                </a:lnTo>
                <a:lnTo>
                  <a:pt x="3956661" y="2109461"/>
                </a:lnTo>
                <a:lnTo>
                  <a:pt x="3933322" y="2154691"/>
                </a:lnTo>
                <a:lnTo>
                  <a:pt x="3907494" y="2198823"/>
                </a:lnTo>
                <a:lnTo>
                  <a:pt x="3879113" y="2241831"/>
                </a:lnTo>
                <a:lnTo>
                  <a:pt x="3848115" y="2283686"/>
                </a:lnTo>
                <a:lnTo>
                  <a:pt x="3814439" y="2324361"/>
                </a:lnTo>
                <a:lnTo>
                  <a:pt x="3778019" y="2363827"/>
                </a:lnTo>
                <a:lnTo>
                  <a:pt x="3738523" y="2401938"/>
                </a:lnTo>
                <a:lnTo>
                  <a:pt x="3696142" y="2438778"/>
                </a:lnTo>
                <a:lnTo>
                  <a:pt x="3656143" y="2462789"/>
                </a:lnTo>
                <a:lnTo>
                  <a:pt x="3608431" y="2497280"/>
                </a:lnTo>
                <a:lnTo>
                  <a:pt x="3558272" y="2530693"/>
                </a:lnTo>
                <a:lnTo>
                  <a:pt x="3633567" y="2563866"/>
                </a:lnTo>
                <a:lnTo>
                  <a:pt x="3647901" y="2556303"/>
                </a:lnTo>
                <a:lnTo>
                  <a:pt x="3688959" y="2532758"/>
                </a:lnTo>
                <a:lnTo>
                  <a:pt x="3728065" y="2508354"/>
                </a:lnTo>
                <a:lnTo>
                  <a:pt x="3770333" y="2471464"/>
                </a:lnTo>
                <a:lnTo>
                  <a:pt x="3805515" y="2445331"/>
                </a:lnTo>
                <a:lnTo>
                  <a:pt x="3838726" y="2418329"/>
                </a:lnTo>
                <a:lnTo>
                  <a:pt x="3875078" y="2378833"/>
                </a:lnTo>
                <a:lnTo>
                  <a:pt x="3904325" y="2350084"/>
                </a:lnTo>
                <a:lnTo>
                  <a:pt x="3936700" y="2308836"/>
                </a:lnTo>
                <a:lnTo>
                  <a:pt x="3967076" y="2266707"/>
                </a:lnTo>
                <a:lnTo>
                  <a:pt x="3990326" y="2235317"/>
                </a:lnTo>
                <a:lnTo>
                  <a:pt x="4016684" y="2191418"/>
                </a:lnTo>
                <a:lnTo>
                  <a:pt x="4041024" y="2146630"/>
                </a:lnTo>
                <a:lnTo>
                  <a:pt x="4058217" y="2112571"/>
                </a:lnTo>
                <a:lnTo>
                  <a:pt x="4078499" y="2065995"/>
                </a:lnTo>
                <a:lnTo>
                  <a:pt x="4096741" y="2018520"/>
                </a:lnTo>
                <a:lnTo>
                  <a:pt x="4112938" y="1970144"/>
                </a:lnTo>
                <a:lnTo>
                  <a:pt x="4121962" y="1932486"/>
                </a:lnTo>
                <a:lnTo>
                  <a:pt x="4134047" y="1882299"/>
                </a:lnTo>
                <a:lnTo>
                  <a:pt x="4144067" y="1831201"/>
                </a:lnTo>
                <a:lnTo>
                  <a:pt x="4146053" y="1818198"/>
                </a:lnTo>
                <a:close/>
              </a:path>
              <a:path w="6505575" h="2683510">
                <a:moveTo>
                  <a:pt x="114719" y="888639"/>
                </a:moveTo>
                <a:lnTo>
                  <a:pt x="73010" y="870263"/>
                </a:lnTo>
                <a:lnTo>
                  <a:pt x="85746" y="889752"/>
                </a:lnTo>
                <a:lnTo>
                  <a:pt x="114719" y="888639"/>
                </a:lnTo>
                <a:close/>
              </a:path>
              <a:path w="6505575" h="2683510">
                <a:moveTo>
                  <a:pt x="2894380" y="239770"/>
                </a:moveTo>
                <a:lnTo>
                  <a:pt x="2643450" y="129216"/>
                </a:lnTo>
                <a:lnTo>
                  <a:pt x="2447846" y="98549"/>
                </a:lnTo>
                <a:lnTo>
                  <a:pt x="2394235" y="102685"/>
                </a:lnTo>
                <a:lnTo>
                  <a:pt x="2250673" y="81069"/>
                </a:lnTo>
                <a:lnTo>
                  <a:pt x="2198364" y="85779"/>
                </a:lnTo>
                <a:lnTo>
                  <a:pt x="2151524" y="79020"/>
                </a:lnTo>
                <a:lnTo>
                  <a:pt x="2099921" y="84041"/>
                </a:lnTo>
                <a:lnTo>
                  <a:pt x="2053803" y="77600"/>
                </a:lnTo>
                <a:lnTo>
                  <a:pt x="1952462" y="88464"/>
                </a:lnTo>
                <a:lnTo>
                  <a:pt x="1907497" y="82531"/>
                </a:lnTo>
                <a:lnTo>
                  <a:pt x="1759688" y="100677"/>
                </a:lnTo>
                <a:lnTo>
                  <a:pt x="1663278" y="113713"/>
                </a:lnTo>
                <a:lnTo>
                  <a:pt x="1568657" y="127537"/>
                </a:lnTo>
                <a:lnTo>
                  <a:pt x="1475895" y="142180"/>
                </a:lnTo>
                <a:lnTo>
                  <a:pt x="1425113" y="161441"/>
                </a:lnTo>
                <a:lnTo>
                  <a:pt x="1335275" y="177372"/>
                </a:lnTo>
                <a:lnTo>
                  <a:pt x="1285997" y="197295"/>
                </a:lnTo>
                <a:lnTo>
                  <a:pt x="1242357" y="205824"/>
                </a:lnTo>
                <a:lnTo>
                  <a:pt x="1194125" y="226208"/>
                </a:lnTo>
                <a:lnTo>
                  <a:pt x="1151550" y="235206"/>
                </a:lnTo>
                <a:lnTo>
                  <a:pt x="1104401" y="256067"/>
                </a:lnTo>
                <a:lnTo>
                  <a:pt x="1057807" y="277173"/>
                </a:lnTo>
                <a:lnTo>
                  <a:pt x="1011776" y="298527"/>
                </a:lnTo>
                <a:lnTo>
                  <a:pt x="971439" y="308511"/>
                </a:lnTo>
                <a:lnTo>
                  <a:pt x="926563" y="330374"/>
                </a:lnTo>
                <a:lnTo>
                  <a:pt x="882278" y="352497"/>
                </a:lnTo>
                <a:lnTo>
                  <a:pt x="838593" y="374884"/>
                </a:lnTo>
                <a:lnTo>
                  <a:pt x="795517" y="397539"/>
                </a:lnTo>
                <a:lnTo>
                  <a:pt x="753059" y="420467"/>
                </a:lnTo>
                <a:lnTo>
                  <a:pt x="711227" y="443671"/>
                </a:lnTo>
                <a:lnTo>
                  <a:pt x="670032" y="467155"/>
                </a:lnTo>
                <a:lnTo>
                  <a:pt x="629481" y="490923"/>
                </a:lnTo>
                <a:lnTo>
                  <a:pt x="584463" y="526601"/>
                </a:lnTo>
                <a:lnTo>
                  <a:pt x="545229" y="550949"/>
                </a:lnTo>
                <a:lnTo>
                  <a:pt x="506667" y="575593"/>
                </a:lnTo>
                <a:lnTo>
                  <a:pt x="468785" y="600537"/>
                </a:lnTo>
                <a:lnTo>
                  <a:pt x="426473" y="637407"/>
                </a:lnTo>
                <a:lnTo>
                  <a:pt x="389980" y="662963"/>
                </a:lnTo>
                <a:lnTo>
                  <a:pt x="349074" y="700453"/>
                </a:lnTo>
                <a:lnTo>
                  <a:pt x="314006" y="726637"/>
                </a:lnTo>
                <a:lnTo>
                  <a:pt x="398281" y="763766"/>
                </a:lnTo>
                <a:lnTo>
                  <a:pt x="409694" y="754917"/>
                </a:lnTo>
                <a:lnTo>
                  <a:pt x="449707" y="717034"/>
                </a:lnTo>
                <a:lnTo>
                  <a:pt x="485271" y="691069"/>
                </a:lnTo>
                <a:lnTo>
                  <a:pt x="526645" y="653785"/>
                </a:lnTo>
                <a:lnTo>
                  <a:pt x="563607" y="628436"/>
                </a:lnTo>
                <a:lnTo>
                  <a:pt x="606415" y="591784"/>
                </a:lnTo>
                <a:lnTo>
                  <a:pt x="644848" y="567083"/>
                </a:lnTo>
                <a:lnTo>
                  <a:pt x="684043" y="542718"/>
                </a:lnTo>
                <a:lnTo>
                  <a:pt x="729141" y="507075"/>
                </a:lnTo>
                <a:lnTo>
                  <a:pt x="769917" y="483406"/>
                </a:lnTo>
                <a:lnTo>
                  <a:pt x="811511" y="460098"/>
                </a:lnTo>
                <a:lnTo>
                  <a:pt x="853941" y="437157"/>
                </a:lnTo>
                <a:lnTo>
                  <a:pt x="897225" y="414594"/>
                </a:lnTo>
                <a:lnTo>
                  <a:pt x="941382" y="392415"/>
                </a:lnTo>
                <a:lnTo>
                  <a:pt x="991551" y="359006"/>
                </a:lnTo>
                <a:lnTo>
                  <a:pt x="1032482" y="349283"/>
                </a:lnTo>
                <a:lnTo>
                  <a:pt x="1079231" y="328246"/>
                </a:lnTo>
                <a:lnTo>
                  <a:pt x="1126663" y="307509"/>
                </a:lnTo>
                <a:lnTo>
                  <a:pt x="1174761" y="287067"/>
                </a:lnTo>
                <a:lnTo>
                  <a:pt x="1223512" y="266911"/>
                </a:lnTo>
                <a:lnTo>
                  <a:pt x="1272898" y="247036"/>
                </a:lnTo>
                <a:lnTo>
                  <a:pt x="1317785" y="239056"/>
                </a:lnTo>
                <a:lnTo>
                  <a:pt x="1368397" y="219721"/>
                </a:lnTo>
                <a:lnTo>
                  <a:pt x="1414479" y="212267"/>
                </a:lnTo>
                <a:lnTo>
                  <a:pt x="1466255" y="193445"/>
                </a:lnTo>
                <a:lnTo>
                  <a:pt x="1513470" y="186491"/>
                </a:lnTo>
                <a:lnTo>
                  <a:pt x="1566349" y="168154"/>
                </a:lnTo>
                <a:lnTo>
                  <a:pt x="1663433" y="155415"/>
                </a:lnTo>
                <a:lnTo>
                  <a:pt x="1712729" y="149378"/>
                </a:lnTo>
                <a:lnTo>
                  <a:pt x="1767626" y="131930"/>
                </a:lnTo>
                <a:lnTo>
                  <a:pt x="1868562" y="120889"/>
                </a:lnTo>
                <a:lnTo>
                  <a:pt x="1914570" y="127281"/>
                </a:lnTo>
                <a:lnTo>
                  <a:pt x="2070411" y="112673"/>
                </a:lnTo>
                <a:lnTo>
                  <a:pt x="2118005" y="119764"/>
                </a:lnTo>
                <a:lnTo>
                  <a:pt x="2171077" y="115390"/>
                </a:lnTo>
                <a:lnTo>
                  <a:pt x="2218981" y="122618"/>
                </a:lnTo>
                <a:lnTo>
                  <a:pt x="2272076" y="118255"/>
                </a:lnTo>
                <a:lnTo>
                  <a:pt x="2416476" y="140240"/>
                </a:lnTo>
                <a:lnTo>
                  <a:pt x="2469906" y="136024"/>
                </a:lnTo>
                <a:lnTo>
                  <a:pt x="2518314" y="143474"/>
                </a:lnTo>
                <a:lnTo>
                  <a:pt x="2561704" y="162590"/>
                </a:lnTo>
                <a:lnTo>
                  <a:pt x="2707908" y="185371"/>
                </a:lnTo>
                <a:lnTo>
                  <a:pt x="2751764" y="204693"/>
                </a:lnTo>
                <a:lnTo>
                  <a:pt x="2800872" y="212451"/>
                </a:lnTo>
                <a:lnTo>
                  <a:pt x="2844995" y="231890"/>
                </a:lnTo>
                <a:lnTo>
                  <a:pt x="2894380" y="239770"/>
                </a:lnTo>
                <a:close/>
              </a:path>
              <a:path w="6505575" h="2683510">
                <a:moveTo>
                  <a:pt x="3951308" y="927476"/>
                </a:moveTo>
                <a:lnTo>
                  <a:pt x="3778302" y="851254"/>
                </a:lnTo>
                <a:lnTo>
                  <a:pt x="3784220" y="867739"/>
                </a:lnTo>
                <a:lnTo>
                  <a:pt x="3795185" y="872570"/>
                </a:lnTo>
                <a:lnTo>
                  <a:pt x="3800965" y="888995"/>
                </a:lnTo>
                <a:lnTo>
                  <a:pt x="3811813" y="893774"/>
                </a:lnTo>
                <a:lnTo>
                  <a:pt x="3763483" y="900237"/>
                </a:lnTo>
                <a:lnTo>
                  <a:pt x="3711093" y="918789"/>
                </a:lnTo>
                <a:lnTo>
                  <a:pt x="3664884" y="926186"/>
                </a:lnTo>
                <a:lnTo>
                  <a:pt x="3619741" y="934053"/>
                </a:lnTo>
                <a:lnTo>
                  <a:pt x="3570544" y="954012"/>
                </a:lnTo>
                <a:lnTo>
                  <a:pt x="3527538" y="962820"/>
                </a:lnTo>
                <a:lnTo>
                  <a:pt x="3480484" y="983723"/>
                </a:lnTo>
                <a:lnTo>
                  <a:pt x="3434504" y="1005099"/>
                </a:lnTo>
                <a:lnTo>
                  <a:pt x="3394723" y="1015329"/>
                </a:lnTo>
                <a:lnTo>
                  <a:pt x="3350901" y="1037656"/>
                </a:lnTo>
                <a:lnTo>
                  <a:pt x="3308162" y="1060460"/>
                </a:lnTo>
                <a:lnTo>
                  <a:pt x="3261388" y="1095364"/>
                </a:lnTo>
                <a:lnTo>
                  <a:pt x="3220822" y="1119125"/>
                </a:lnTo>
                <a:lnTo>
                  <a:pt x="3181347" y="1143367"/>
                </a:lnTo>
                <a:lnTo>
                  <a:pt x="3142964" y="1168090"/>
                </a:lnTo>
                <a:lnTo>
                  <a:pt x="3100557" y="1204919"/>
                </a:lnTo>
                <a:lnTo>
                  <a:pt x="3059247" y="1242230"/>
                </a:lnTo>
                <a:lnTo>
                  <a:pt x="3024159" y="1268405"/>
                </a:lnTo>
                <a:lnTo>
                  <a:pt x="2985053" y="1306688"/>
                </a:lnTo>
                <a:lnTo>
                  <a:pt x="2947140" y="1345496"/>
                </a:lnTo>
                <a:lnTo>
                  <a:pt x="2914813" y="1372887"/>
                </a:lnTo>
                <a:lnTo>
                  <a:pt x="2877929" y="1412149"/>
                </a:lnTo>
                <a:lnTo>
                  <a:pt x="2841704" y="1451701"/>
                </a:lnTo>
                <a:lnTo>
                  <a:pt x="2806235" y="1491586"/>
                </a:lnTo>
                <a:lnTo>
                  <a:pt x="2771618" y="1531846"/>
                </a:lnTo>
                <a:lnTo>
                  <a:pt x="2743071" y="1560903"/>
                </a:lnTo>
                <a:lnTo>
                  <a:pt x="2710448" y="1602042"/>
                </a:lnTo>
                <a:lnTo>
                  <a:pt x="2799135" y="1641115"/>
                </a:lnTo>
                <a:lnTo>
                  <a:pt x="2807812" y="1631060"/>
                </a:lnTo>
                <a:lnTo>
                  <a:pt x="2839542" y="1589528"/>
                </a:lnTo>
                <a:lnTo>
                  <a:pt x="2871606" y="1548143"/>
                </a:lnTo>
                <a:lnTo>
                  <a:pt x="2898638" y="1518418"/>
                </a:lnTo>
                <a:lnTo>
                  <a:pt x="2933167" y="1478119"/>
                </a:lnTo>
                <a:lnTo>
                  <a:pt x="2963281" y="1449753"/>
                </a:lnTo>
                <a:lnTo>
                  <a:pt x="2999261" y="1410093"/>
                </a:lnTo>
                <a:lnTo>
                  <a:pt x="3036024" y="1370778"/>
                </a:lnTo>
                <a:lnTo>
                  <a:pt x="3068490" y="1343448"/>
                </a:lnTo>
                <a:lnTo>
                  <a:pt x="3106939" y="1304876"/>
                </a:lnTo>
                <a:lnTo>
                  <a:pt x="3141169" y="1278323"/>
                </a:lnTo>
                <a:lnTo>
                  <a:pt x="3181460" y="1240563"/>
                </a:lnTo>
                <a:lnTo>
                  <a:pt x="3217611" y="1214856"/>
                </a:lnTo>
                <a:lnTo>
                  <a:pt x="3259902" y="1177977"/>
                </a:lnTo>
                <a:lnTo>
                  <a:pt x="3298130" y="1153185"/>
                </a:lnTo>
                <a:lnTo>
                  <a:pt x="3337456" y="1128878"/>
                </a:lnTo>
                <a:lnTo>
                  <a:pt x="3377919" y="1105071"/>
                </a:lnTo>
                <a:lnTo>
                  <a:pt x="3419558" y="1081782"/>
                </a:lnTo>
                <a:lnTo>
                  <a:pt x="3462412" y="1059029"/>
                </a:lnTo>
                <a:lnTo>
                  <a:pt x="3506520" y="1036828"/>
                </a:lnTo>
                <a:lnTo>
                  <a:pt x="3551922" y="1015197"/>
                </a:lnTo>
                <a:lnTo>
                  <a:pt x="3598657" y="994153"/>
                </a:lnTo>
                <a:lnTo>
                  <a:pt x="3641643" y="985336"/>
                </a:lnTo>
                <a:lnTo>
                  <a:pt x="3691161" y="965519"/>
                </a:lnTo>
                <a:lnTo>
                  <a:pt x="3737009" y="957963"/>
                </a:lnTo>
                <a:lnTo>
                  <a:pt x="3789467" y="939441"/>
                </a:lnTo>
                <a:lnTo>
                  <a:pt x="3838333" y="933214"/>
                </a:lnTo>
                <a:lnTo>
                  <a:pt x="3963045" y="988159"/>
                </a:lnTo>
                <a:lnTo>
                  <a:pt x="3950966" y="968959"/>
                </a:lnTo>
                <a:lnTo>
                  <a:pt x="3925750" y="930094"/>
                </a:lnTo>
                <a:lnTo>
                  <a:pt x="3951308" y="927476"/>
                </a:lnTo>
                <a:close/>
              </a:path>
              <a:path w="6505575" h="2683510">
                <a:moveTo>
                  <a:pt x="4051449" y="1776518"/>
                </a:moveTo>
                <a:lnTo>
                  <a:pt x="4050547" y="1776120"/>
                </a:lnTo>
                <a:lnTo>
                  <a:pt x="4049522" y="1783064"/>
                </a:lnTo>
                <a:lnTo>
                  <a:pt x="4051449" y="1776518"/>
                </a:lnTo>
                <a:close/>
              </a:path>
              <a:path w="6505575" h="2683510">
                <a:moveTo>
                  <a:pt x="5582139" y="2173346"/>
                </a:moveTo>
                <a:lnTo>
                  <a:pt x="5416996" y="2100588"/>
                </a:lnTo>
                <a:lnTo>
                  <a:pt x="5414059" y="2113172"/>
                </a:lnTo>
                <a:lnTo>
                  <a:pt x="5529954" y="2164233"/>
                </a:lnTo>
                <a:lnTo>
                  <a:pt x="5582139" y="2173346"/>
                </a:lnTo>
                <a:close/>
              </a:path>
              <a:path w="6505575" h="2683510">
                <a:moveTo>
                  <a:pt x="5680162" y="2202655"/>
                </a:moveTo>
                <a:lnTo>
                  <a:pt x="5426463" y="2090881"/>
                </a:lnTo>
                <a:lnTo>
                  <a:pt x="5419052" y="2101494"/>
                </a:lnTo>
                <a:lnTo>
                  <a:pt x="5628793" y="2193901"/>
                </a:lnTo>
                <a:lnTo>
                  <a:pt x="5680162" y="2202655"/>
                </a:lnTo>
                <a:close/>
              </a:path>
              <a:path w="6505575" h="2683510">
                <a:moveTo>
                  <a:pt x="5996976" y="1745484"/>
                </a:moveTo>
                <a:lnTo>
                  <a:pt x="5585305" y="1564111"/>
                </a:lnTo>
                <a:lnTo>
                  <a:pt x="5990853" y="1881566"/>
                </a:lnTo>
                <a:lnTo>
                  <a:pt x="6025840" y="1924736"/>
                </a:lnTo>
                <a:lnTo>
                  <a:pt x="6185411" y="2050552"/>
                </a:lnTo>
                <a:lnTo>
                  <a:pt x="6219965" y="2093531"/>
                </a:lnTo>
                <a:lnTo>
                  <a:pt x="6338450" y="2187367"/>
                </a:lnTo>
                <a:lnTo>
                  <a:pt x="6287921" y="2178983"/>
                </a:lnTo>
                <a:lnTo>
                  <a:pt x="6232457" y="2182303"/>
                </a:lnTo>
                <a:lnTo>
                  <a:pt x="6082237" y="2157753"/>
                </a:lnTo>
                <a:lnTo>
                  <a:pt x="6027218" y="2161269"/>
                </a:lnTo>
                <a:lnTo>
                  <a:pt x="5927507" y="2145094"/>
                </a:lnTo>
                <a:lnTo>
                  <a:pt x="5872516" y="2148622"/>
                </a:lnTo>
                <a:lnTo>
                  <a:pt x="5722499" y="2124162"/>
                </a:lnTo>
                <a:lnTo>
                  <a:pt x="5667140" y="2127528"/>
                </a:lnTo>
                <a:lnTo>
                  <a:pt x="5464249" y="2093651"/>
                </a:lnTo>
                <a:lnTo>
                  <a:pt x="5448892" y="2086885"/>
                </a:lnTo>
                <a:lnTo>
                  <a:pt x="5432940" y="2093735"/>
                </a:lnTo>
                <a:lnTo>
                  <a:pt x="5726010" y="2222855"/>
                </a:lnTo>
                <a:lnTo>
                  <a:pt x="5826771" y="2239492"/>
                </a:lnTo>
                <a:lnTo>
                  <a:pt x="5635356" y="2155159"/>
                </a:lnTo>
                <a:lnTo>
                  <a:pt x="5685420" y="2163338"/>
                </a:lnTo>
                <a:lnTo>
                  <a:pt x="5686242" y="2163700"/>
                </a:lnTo>
                <a:lnTo>
                  <a:pt x="5742098" y="2160553"/>
                </a:lnTo>
                <a:lnTo>
                  <a:pt x="5893691" y="2185708"/>
                </a:lnTo>
                <a:lnTo>
                  <a:pt x="5999655" y="2190759"/>
                </a:lnTo>
                <a:lnTo>
                  <a:pt x="6050099" y="2199106"/>
                </a:lnTo>
                <a:lnTo>
                  <a:pt x="6105718" y="2195854"/>
                </a:lnTo>
                <a:lnTo>
                  <a:pt x="6257828" y="2221237"/>
                </a:lnTo>
                <a:lnTo>
                  <a:pt x="6313955" y="2218209"/>
                </a:lnTo>
                <a:lnTo>
                  <a:pt x="6405916" y="2258725"/>
                </a:lnTo>
                <a:lnTo>
                  <a:pt x="6482222" y="2250710"/>
                </a:lnTo>
                <a:lnTo>
                  <a:pt x="6482560" y="2250859"/>
                </a:lnTo>
                <a:lnTo>
                  <a:pt x="6488470" y="2239584"/>
                </a:lnTo>
                <a:lnTo>
                  <a:pt x="6496702" y="2243211"/>
                </a:lnTo>
                <a:lnTo>
                  <a:pt x="6505430" y="2233179"/>
                </a:lnTo>
                <a:lnTo>
                  <a:pt x="6499680" y="2230645"/>
                </a:lnTo>
                <a:lnTo>
                  <a:pt x="6478593" y="2179721"/>
                </a:lnTo>
                <a:lnTo>
                  <a:pt x="6366420" y="2130300"/>
                </a:lnTo>
                <a:lnTo>
                  <a:pt x="6215491" y="2008292"/>
                </a:lnTo>
                <a:lnTo>
                  <a:pt x="6182681" y="1966081"/>
                </a:lnTo>
                <a:lnTo>
                  <a:pt x="5991878" y="1812628"/>
                </a:lnTo>
                <a:lnTo>
                  <a:pt x="6256454" y="1929194"/>
                </a:lnTo>
                <a:lnTo>
                  <a:pt x="6214420" y="1896797"/>
                </a:lnTo>
                <a:lnTo>
                  <a:pt x="6167107" y="1875952"/>
                </a:lnTo>
                <a:lnTo>
                  <a:pt x="5996976" y="1745484"/>
                </a:lnTo>
                <a:close/>
              </a:path>
              <a:path w="6505575" h="2683510">
                <a:moveTo>
                  <a:pt x="5686242" y="2163700"/>
                </a:moveTo>
                <a:lnTo>
                  <a:pt x="5685420" y="2163338"/>
                </a:lnTo>
                <a:lnTo>
                  <a:pt x="5635356" y="2155159"/>
                </a:lnTo>
                <a:lnTo>
                  <a:pt x="5686242" y="2163700"/>
                </a:lnTo>
                <a:close/>
              </a:path>
              <a:path w="6505575" h="2683510">
                <a:moveTo>
                  <a:pt x="6405916" y="2258725"/>
                </a:moveTo>
                <a:lnTo>
                  <a:pt x="6313955" y="2218209"/>
                </a:lnTo>
                <a:lnTo>
                  <a:pt x="6162457" y="2234730"/>
                </a:lnTo>
                <a:lnTo>
                  <a:pt x="6116455" y="2228340"/>
                </a:lnTo>
                <a:lnTo>
                  <a:pt x="6064995" y="2233424"/>
                </a:lnTo>
                <a:lnTo>
                  <a:pt x="5923799" y="2212850"/>
                </a:lnTo>
                <a:lnTo>
                  <a:pt x="5870837" y="2217272"/>
                </a:lnTo>
                <a:lnTo>
                  <a:pt x="5827701" y="2198268"/>
                </a:lnTo>
                <a:lnTo>
                  <a:pt x="5729888" y="2182929"/>
                </a:lnTo>
                <a:lnTo>
                  <a:pt x="5686242" y="2163700"/>
                </a:lnTo>
                <a:lnTo>
                  <a:pt x="5635356" y="2155159"/>
                </a:lnTo>
                <a:lnTo>
                  <a:pt x="5826771" y="2239492"/>
                </a:lnTo>
                <a:lnTo>
                  <a:pt x="6023741" y="2270760"/>
                </a:lnTo>
                <a:lnTo>
                  <a:pt x="6077188" y="2266552"/>
                </a:lnTo>
                <a:lnTo>
                  <a:pt x="6125160" y="2273810"/>
                </a:lnTo>
                <a:lnTo>
                  <a:pt x="6230303" y="2264621"/>
                </a:lnTo>
                <a:lnTo>
                  <a:pt x="6277244" y="2271425"/>
                </a:lnTo>
                <a:lnTo>
                  <a:pt x="6405916" y="2258725"/>
                </a:lnTo>
                <a:close/>
              </a:path>
              <a:path w="6505575" h="2683510">
                <a:moveTo>
                  <a:pt x="6063877" y="1205963"/>
                </a:moveTo>
                <a:lnTo>
                  <a:pt x="6027412" y="1203775"/>
                </a:lnTo>
                <a:lnTo>
                  <a:pt x="5997332" y="1204401"/>
                </a:lnTo>
                <a:lnTo>
                  <a:pt x="5988671" y="1214462"/>
                </a:lnTo>
                <a:lnTo>
                  <a:pt x="6043130" y="1363358"/>
                </a:lnTo>
                <a:lnTo>
                  <a:pt x="6066358" y="1401347"/>
                </a:lnTo>
                <a:lnTo>
                  <a:pt x="6120580" y="1550138"/>
                </a:lnTo>
                <a:lnTo>
                  <a:pt x="6257091" y="1873963"/>
                </a:lnTo>
                <a:lnTo>
                  <a:pt x="6298320" y="1961517"/>
                </a:lnTo>
                <a:lnTo>
                  <a:pt x="6076305" y="1863702"/>
                </a:lnTo>
                <a:lnTo>
                  <a:pt x="6311151" y="2050438"/>
                </a:lnTo>
                <a:lnTo>
                  <a:pt x="6344636" y="2092946"/>
                </a:lnTo>
                <a:lnTo>
                  <a:pt x="6366420" y="2130300"/>
                </a:lnTo>
                <a:lnTo>
                  <a:pt x="6478593" y="2179721"/>
                </a:lnTo>
                <a:lnTo>
                  <a:pt x="6443554" y="2094894"/>
                </a:lnTo>
                <a:lnTo>
                  <a:pt x="6440848" y="2093701"/>
                </a:lnTo>
                <a:lnTo>
                  <a:pt x="6364407" y="1893488"/>
                </a:lnTo>
                <a:lnTo>
                  <a:pt x="6220640" y="1566466"/>
                </a:lnTo>
                <a:lnTo>
                  <a:pt x="6124992" y="1316156"/>
                </a:lnTo>
                <a:lnTo>
                  <a:pt x="6100677" y="1277688"/>
                </a:lnTo>
                <a:lnTo>
                  <a:pt x="6081454" y="1227584"/>
                </a:lnTo>
                <a:lnTo>
                  <a:pt x="6063877" y="1205963"/>
                </a:lnTo>
                <a:close/>
              </a:path>
              <a:path w="6505575" h="2683510">
                <a:moveTo>
                  <a:pt x="6256454" y="1929194"/>
                </a:moveTo>
                <a:lnTo>
                  <a:pt x="5991878" y="1812628"/>
                </a:lnTo>
                <a:lnTo>
                  <a:pt x="6031585" y="1844000"/>
                </a:lnTo>
                <a:lnTo>
                  <a:pt x="6298320" y="1961517"/>
                </a:lnTo>
                <a:lnTo>
                  <a:pt x="6256454" y="1929194"/>
                </a:lnTo>
                <a:close/>
              </a:path>
              <a:path w="6505575" h="2683510">
                <a:moveTo>
                  <a:pt x="5289806" y="1309019"/>
                </a:moveTo>
                <a:lnTo>
                  <a:pt x="4470221" y="947929"/>
                </a:lnTo>
                <a:lnTo>
                  <a:pt x="4124401" y="892713"/>
                </a:lnTo>
                <a:lnTo>
                  <a:pt x="4070373" y="882788"/>
                </a:lnTo>
                <a:lnTo>
                  <a:pt x="4012515" y="885053"/>
                </a:lnTo>
                <a:lnTo>
                  <a:pt x="3955925" y="887877"/>
                </a:lnTo>
                <a:lnTo>
                  <a:pt x="3900583" y="891250"/>
                </a:lnTo>
                <a:lnTo>
                  <a:pt x="3976867" y="924859"/>
                </a:lnTo>
                <a:lnTo>
                  <a:pt x="4028574" y="919884"/>
                </a:lnTo>
                <a:lnTo>
                  <a:pt x="4075716" y="926776"/>
                </a:lnTo>
                <a:lnTo>
                  <a:pt x="4128495" y="922273"/>
                </a:lnTo>
                <a:lnTo>
                  <a:pt x="4373269" y="960725"/>
                </a:lnTo>
                <a:lnTo>
                  <a:pt x="4418142" y="980495"/>
                </a:lnTo>
                <a:lnTo>
                  <a:pt x="4518874" y="997120"/>
                </a:lnTo>
                <a:lnTo>
                  <a:pt x="4610115" y="1037318"/>
                </a:lnTo>
                <a:lnTo>
                  <a:pt x="4661045" y="1045879"/>
                </a:lnTo>
                <a:lnTo>
                  <a:pt x="5331463" y="1341250"/>
                </a:lnTo>
                <a:lnTo>
                  <a:pt x="5289806" y="1309019"/>
                </a:lnTo>
                <a:close/>
              </a:path>
              <a:path w="6505575" h="2683510">
                <a:moveTo>
                  <a:pt x="4519556" y="955786"/>
                </a:moveTo>
                <a:lnTo>
                  <a:pt x="4256715" y="839985"/>
                </a:lnTo>
                <a:lnTo>
                  <a:pt x="4061551" y="809511"/>
                </a:lnTo>
                <a:lnTo>
                  <a:pt x="4002785" y="811376"/>
                </a:lnTo>
                <a:lnTo>
                  <a:pt x="3950525" y="802230"/>
                </a:lnTo>
                <a:lnTo>
                  <a:pt x="3894518" y="805310"/>
                </a:lnTo>
                <a:lnTo>
                  <a:pt x="3839875" y="808992"/>
                </a:lnTo>
                <a:lnTo>
                  <a:pt x="3907442" y="838760"/>
                </a:lnTo>
                <a:lnTo>
                  <a:pt x="3935249" y="837133"/>
                </a:lnTo>
                <a:lnTo>
                  <a:pt x="4029985" y="851116"/>
                </a:lnTo>
                <a:lnTo>
                  <a:pt x="4083321" y="846859"/>
                </a:lnTo>
                <a:lnTo>
                  <a:pt x="4230839" y="870218"/>
                </a:lnTo>
                <a:lnTo>
                  <a:pt x="4275705" y="889985"/>
                </a:lnTo>
                <a:lnTo>
                  <a:pt x="4376639" y="906698"/>
                </a:lnTo>
                <a:lnTo>
                  <a:pt x="4468327" y="947094"/>
                </a:lnTo>
                <a:lnTo>
                  <a:pt x="4519556" y="955786"/>
                </a:lnTo>
                <a:close/>
              </a:path>
              <a:path w="6505575" h="2683510">
                <a:moveTo>
                  <a:pt x="5773285" y="1605297"/>
                </a:moveTo>
                <a:lnTo>
                  <a:pt x="5415807" y="1447800"/>
                </a:lnTo>
                <a:lnTo>
                  <a:pt x="5539202" y="1543799"/>
                </a:lnTo>
                <a:lnTo>
                  <a:pt x="5949036" y="1724363"/>
                </a:lnTo>
                <a:lnTo>
                  <a:pt x="5906122" y="1691578"/>
                </a:lnTo>
                <a:lnTo>
                  <a:pt x="5858006" y="1670379"/>
                </a:lnTo>
                <a:lnTo>
                  <a:pt x="5773285" y="1605297"/>
                </a:lnTo>
                <a:close/>
              </a:path>
              <a:path w="6505575" h="2683510">
                <a:moveTo>
                  <a:pt x="5466596" y="1414665"/>
                </a:moveTo>
                <a:lnTo>
                  <a:pt x="5067286" y="1238738"/>
                </a:lnTo>
                <a:lnTo>
                  <a:pt x="5107097" y="1270156"/>
                </a:lnTo>
                <a:lnTo>
                  <a:pt x="5198483" y="1310418"/>
                </a:lnTo>
                <a:lnTo>
                  <a:pt x="5240038" y="1342604"/>
                </a:lnTo>
                <a:lnTo>
                  <a:pt x="5286646" y="1363139"/>
                </a:lnTo>
                <a:lnTo>
                  <a:pt x="5369411" y="1427359"/>
                </a:lnTo>
                <a:lnTo>
                  <a:pt x="5726528" y="1584697"/>
                </a:lnTo>
                <a:lnTo>
                  <a:pt x="5684901" y="1552479"/>
                </a:lnTo>
                <a:lnTo>
                  <a:pt x="5638163" y="1531887"/>
                </a:lnTo>
                <a:lnTo>
                  <a:pt x="5596551" y="1499676"/>
                </a:lnTo>
                <a:lnTo>
                  <a:pt x="5508210" y="1446877"/>
                </a:lnTo>
                <a:lnTo>
                  <a:pt x="5466596" y="1414665"/>
                </a:lnTo>
                <a:close/>
              </a:path>
              <a:path w="6505575" h="2683510">
                <a:moveTo>
                  <a:pt x="5378226" y="1361853"/>
                </a:moveTo>
                <a:lnTo>
                  <a:pt x="4936242" y="1167125"/>
                </a:lnTo>
                <a:lnTo>
                  <a:pt x="4976701" y="1198828"/>
                </a:lnTo>
                <a:lnTo>
                  <a:pt x="5419855" y="1394072"/>
                </a:lnTo>
                <a:lnTo>
                  <a:pt x="5378226" y="1361853"/>
                </a:lnTo>
                <a:close/>
              </a:path>
              <a:path w="6505575" h="2683510">
                <a:moveTo>
                  <a:pt x="5201313" y="1256153"/>
                </a:moveTo>
                <a:lnTo>
                  <a:pt x="4565784" y="976153"/>
                </a:lnTo>
                <a:lnTo>
                  <a:pt x="4515365" y="967818"/>
                </a:lnTo>
                <a:lnTo>
                  <a:pt x="5243010" y="1288402"/>
                </a:lnTo>
                <a:lnTo>
                  <a:pt x="5201313" y="1256153"/>
                </a:lnTo>
                <a:close/>
              </a:path>
              <a:path w="6505575" h="2683510">
                <a:moveTo>
                  <a:pt x="5117420" y="1205314"/>
                </a:moveTo>
                <a:lnTo>
                  <a:pt x="4350573" y="867458"/>
                </a:lnTo>
                <a:lnTo>
                  <a:pt x="4300985" y="859489"/>
                </a:lnTo>
                <a:lnTo>
                  <a:pt x="5156899" y="1236585"/>
                </a:lnTo>
                <a:lnTo>
                  <a:pt x="5117420" y="1205314"/>
                </a:lnTo>
                <a:close/>
              </a:path>
              <a:path w="6505575" h="2683510">
                <a:moveTo>
                  <a:pt x="5032870" y="1154185"/>
                </a:moveTo>
                <a:lnTo>
                  <a:pt x="4445146" y="895247"/>
                </a:lnTo>
                <a:lnTo>
                  <a:pt x="4395220" y="887129"/>
                </a:lnTo>
                <a:lnTo>
                  <a:pt x="5072657" y="1185592"/>
                </a:lnTo>
                <a:lnTo>
                  <a:pt x="5032870" y="1154185"/>
                </a:lnTo>
                <a:close/>
              </a:path>
              <a:path w="6505575" h="2683510">
                <a:moveTo>
                  <a:pt x="3470198" y="437958"/>
                </a:moveTo>
                <a:lnTo>
                  <a:pt x="3212932" y="324612"/>
                </a:lnTo>
                <a:lnTo>
                  <a:pt x="3307619" y="398012"/>
                </a:lnTo>
                <a:lnTo>
                  <a:pt x="3531309" y="496565"/>
                </a:lnTo>
                <a:lnTo>
                  <a:pt x="3509545" y="469164"/>
                </a:lnTo>
                <a:lnTo>
                  <a:pt x="3470198" y="437958"/>
                </a:lnTo>
                <a:close/>
              </a:path>
              <a:path w="6505575" h="2683510">
                <a:moveTo>
                  <a:pt x="3390586" y="375120"/>
                </a:moveTo>
                <a:lnTo>
                  <a:pt x="3082845" y="239536"/>
                </a:lnTo>
                <a:lnTo>
                  <a:pt x="3124653" y="271834"/>
                </a:lnTo>
                <a:lnTo>
                  <a:pt x="3171437" y="292445"/>
                </a:lnTo>
                <a:lnTo>
                  <a:pt x="3295811" y="388876"/>
                </a:lnTo>
                <a:lnTo>
                  <a:pt x="3212930" y="324611"/>
                </a:lnTo>
                <a:lnTo>
                  <a:pt x="3470198" y="437958"/>
                </a:lnTo>
                <a:lnTo>
                  <a:pt x="3390586" y="375120"/>
                </a:lnTo>
                <a:close/>
              </a:path>
              <a:path w="6505575" h="2683510">
                <a:moveTo>
                  <a:pt x="4857324" y="1062965"/>
                </a:moveTo>
                <a:lnTo>
                  <a:pt x="4540272" y="923280"/>
                </a:lnTo>
                <a:lnTo>
                  <a:pt x="4490090" y="915048"/>
                </a:lnTo>
                <a:lnTo>
                  <a:pt x="4897485" y="1094537"/>
                </a:lnTo>
                <a:lnTo>
                  <a:pt x="4857324" y="1062965"/>
                </a:lnTo>
                <a:close/>
              </a:path>
              <a:path w="6505575" h="2683510">
                <a:moveTo>
                  <a:pt x="3177881" y="239773"/>
                </a:moveTo>
                <a:lnTo>
                  <a:pt x="2856708" y="98271"/>
                </a:lnTo>
                <a:lnTo>
                  <a:pt x="2806099" y="89852"/>
                </a:lnTo>
                <a:lnTo>
                  <a:pt x="3218640" y="271608"/>
                </a:lnTo>
                <a:lnTo>
                  <a:pt x="3177881" y="239773"/>
                </a:lnTo>
                <a:close/>
              </a:path>
              <a:path w="6505575" h="2683510">
                <a:moveTo>
                  <a:pt x="3045096" y="167393"/>
                </a:moveTo>
                <a:lnTo>
                  <a:pt x="2999148" y="147149"/>
                </a:lnTo>
                <a:lnTo>
                  <a:pt x="2948145" y="138556"/>
                </a:lnTo>
                <a:lnTo>
                  <a:pt x="3085956" y="199273"/>
                </a:lnTo>
                <a:lnTo>
                  <a:pt x="3045096" y="167393"/>
                </a:lnTo>
                <a:close/>
              </a:path>
            </a:pathLst>
          </a:custGeom>
          <a:solidFill>
            <a:srgbClr val="BCFF7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99687" y="210114"/>
            <a:ext cx="2338705" cy="2933700"/>
          </a:xfrm>
          <a:custGeom>
            <a:avLst/>
            <a:gdLst/>
            <a:ahLst/>
            <a:cxnLst/>
            <a:rect l="l" t="t" r="r" b="b"/>
            <a:pathLst>
              <a:path w="2338704" h="2933700">
                <a:moveTo>
                  <a:pt x="403247" y="2806699"/>
                </a:moveTo>
                <a:lnTo>
                  <a:pt x="295871" y="2806699"/>
                </a:lnTo>
                <a:lnTo>
                  <a:pt x="287932" y="2844799"/>
                </a:lnTo>
                <a:lnTo>
                  <a:pt x="271395" y="2870199"/>
                </a:lnTo>
                <a:lnTo>
                  <a:pt x="262220" y="2908299"/>
                </a:lnTo>
                <a:lnTo>
                  <a:pt x="276367" y="2933699"/>
                </a:lnTo>
                <a:lnTo>
                  <a:pt x="289665" y="2933699"/>
                </a:lnTo>
                <a:lnTo>
                  <a:pt x="302590" y="2920999"/>
                </a:lnTo>
                <a:lnTo>
                  <a:pt x="314418" y="2908299"/>
                </a:lnTo>
                <a:lnTo>
                  <a:pt x="324428" y="2908299"/>
                </a:lnTo>
                <a:lnTo>
                  <a:pt x="358240" y="2857499"/>
                </a:lnTo>
                <a:lnTo>
                  <a:pt x="403247" y="2806699"/>
                </a:lnTo>
                <a:close/>
              </a:path>
              <a:path w="2338704" h="2933700">
                <a:moveTo>
                  <a:pt x="281300" y="2819399"/>
                </a:moveTo>
                <a:lnTo>
                  <a:pt x="98893" y="2819399"/>
                </a:lnTo>
                <a:lnTo>
                  <a:pt x="183497" y="2832099"/>
                </a:lnTo>
                <a:lnTo>
                  <a:pt x="137773" y="2920999"/>
                </a:lnTo>
                <a:lnTo>
                  <a:pt x="183705" y="2920999"/>
                </a:lnTo>
                <a:lnTo>
                  <a:pt x="216563" y="2895599"/>
                </a:lnTo>
                <a:lnTo>
                  <a:pt x="242265" y="2870199"/>
                </a:lnTo>
                <a:lnTo>
                  <a:pt x="266728" y="2832099"/>
                </a:lnTo>
                <a:lnTo>
                  <a:pt x="281300" y="2819399"/>
                </a:lnTo>
                <a:close/>
              </a:path>
              <a:path w="2338704" h="2933700">
                <a:moveTo>
                  <a:pt x="571812" y="304799"/>
                </a:moveTo>
                <a:lnTo>
                  <a:pt x="537288" y="330199"/>
                </a:lnTo>
                <a:lnTo>
                  <a:pt x="518665" y="368299"/>
                </a:lnTo>
                <a:lnTo>
                  <a:pt x="516072" y="406399"/>
                </a:lnTo>
                <a:lnTo>
                  <a:pt x="529635" y="444499"/>
                </a:lnTo>
                <a:lnTo>
                  <a:pt x="539213" y="469899"/>
                </a:lnTo>
                <a:lnTo>
                  <a:pt x="546567" y="495299"/>
                </a:lnTo>
                <a:lnTo>
                  <a:pt x="553063" y="533399"/>
                </a:lnTo>
                <a:lnTo>
                  <a:pt x="560067" y="558799"/>
                </a:lnTo>
                <a:lnTo>
                  <a:pt x="538061" y="571499"/>
                </a:lnTo>
                <a:lnTo>
                  <a:pt x="527772" y="596899"/>
                </a:lnTo>
                <a:lnTo>
                  <a:pt x="527087" y="634999"/>
                </a:lnTo>
                <a:lnTo>
                  <a:pt x="533893" y="660399"/>
                </a:lnTo>
                <a:lnTo>
                  <a:pt x="549239" y="698499"/>
                </a:lnTo>
                <a:lnTo>
                  <a:pt x="579629" y="800099"/>
                </a:lnTo>
                <a:lnTo>
                  <a:pt x="595014" y="838199"/>
                </a:lnTo>
                <a:lnTo>
                  <a:pt x="610753" y="888999"/>
                </a:lnTo>
                <a:lnTo>
                  <a:pt x="627017" y="927099"/>
                </a:lnTo>
                <a:lnTo>
                  <a:pt x="643976" y="977899"/>
                </a:lnTo>
                <a:lnTo>
                  <a:pt x="661801" y="1015999"/>
                </a:lnTo>
                <a:lnTo>
                  <a:pt x="682012" y="1066799"/>
                </a:lnTo>
                <a:lnTo>
                  <a:pt x="702789" y="1117599"/>
                </a:lnTo>
                <a:lnTo>
                  <a:pt x="724046" y="1168399"/>
                </a:lnTo>
                <a:lnTo>
                  <a:pt x="745701" y="1206499"/>
                </a:lnTo>
                <a:lnTo>
                  <a:pt x="767669" y="1257299"/>
                </a:lnTo>
                <a:lnTo>
                  <a:pt x="789864" y="1308099"/>
                </a:lnTo>
                <a:lnTo>
                  <a:pt x="812204" y="1358899"/>
                </a:lnTo>
                <a:lnTo>
                  <a:pt x="856980" y="1447799"/>
                </a:lnTo>
                <a:lnTo>
                  <a:pt x="866183" y="1473199"/>
                </a:lnTo>
                <a:lnTo>
                  <a:pt x="868664" y="1498599"/>
                </a:lnTo>
                <a:lnTo>
                  <a:pt x="863489" y="1523999"/>
                </a:lnTo>
                <a:lnTo>
                  <a:pt x="849720" y="1536699"/>
                </a:lnTo>
                <a:lnTo>
                  <a:pt x="824889" y="1574799"/>
                </a:lnTo>
                <a:lnTo>
                  <a:pt x="800931" y="1600199"/>
                </a:lnTo>
                <a:lnTo>
                  <a:pt x="777582" y="1638299"/>
                </a:lnTo>
                <a:lnTo>
                  <a:pt x="754581" y="1676399"/>
                </a:lnTo>
                <a:lnTo>
                  <a:pt x="698046" y="1752599"/>
                </a:lnTo>
                <a:lnTo>
                  <a:pt x="641556" y="1841499"/>
                </a:lnTo>
                <a:lnTo>
                  <a:pt x="556895" y="1955799"/>
                </a:lnTo>
                <a:lnTo>
                  <a:pt x="472309" y="2082799"/>
                </a:lnTo>
                <a:lnTo>
                  <a:pt x="359618" y="2247899"/>
                </a:lnTo>
                <a:lnTo>
                  <a:pt x="329161" y="2298699"/>
                </a:lnTo>
                <a:lnTo>
                  <a:pt x="298624" y="2336799"/>
                </a:lnTo>
                <a:lnTo>
                  <a:pt x="268133" y="2387599"/>
                </a:lnTo>
                <a:lnTo>
                  <a:pt x="237810" y="2425699"/>
                </a:lnTo>
                <a:lnTo>
                  <a:pt x="207778" y="2476499"/>
                </a:lnTo>
                <a:lnTo>
                  <a:pt x="178163" y="2514599"/>
                </a:lnTo>
                <a:lnTo>
                  <a:pt x="149086" y="2565399"/>
                </a:lnTo>
                <a:lnTo>
                  <a:pt x="130074" y="2590799"/>
                </a:lnTo>
                <a:lnTo>
                  <a:pt x="113147" y="2628899"/>
                </a:lnTo>
                <a:lnTo>
                  <a:pt x="101421" y="2666999"/>
                </a:lnTo>
                <a:lnTo>
                  <a:pt x="98008" y="2692399"/>
                </a:lnTo>
                <a:lnTo>
                  <a:pt x="97006" y="2717799"/>
                </a:lnTo>
                <a:lnTo>
                  <a:pt x="91350" y="2743199"/>
                </a:lnTo>
                <a:lnTo>
                  <a:pt x="81929" y="2768599"/>
                </a:lnTo>
                <a:lnTo>
                  <a:pt x="69633" y="2781299"/>
                </a:lnTo>
                <a:lnTo>
                  <a:pt x="53838" y="2806699"/>
                </a:lnTo>
                <a:lnTo>
                  <a:pt x="0" y="2882899"/>
                </a:lnTo>
                <a:lnTo>
                  <a:pt x="40373" y="2882899"/>
                </a:lnTo>
                <a:lnTo>
                  <a:pt x="65329" y="2870199"/>
                </a:lnTo>
                <a:lnTo>
                  <a:pt x="82344" y="2844799"/>
                </a:lnTo>
                <a:lnTo>
                  <a:pt x="98893" y="2819399"/>
                </a:lnTo>
                <a:lnTo>
                  <a:pt x="281300" y="2819399"/>
                </a:lnTo>
                <a:lnTo>
                  <a:pt x="295871" y="2806699"/>
                </a:lnTo>
                <a:lnTo>
                  <a:pt x="403247" y="2806699"/>
                </a:lnTo>
                <a:lnTo>
                  <a:pt x="425703" y="2781299"/>
                </a:lnTo>
                <a:lnTo>
                  <a:pt x="459234" y="2730499"/>
                </a:lnTo>
                <a:lnTo>
                  <a:pt x="525592" y="2654299"/>
                </a:lnTo>
                <a:lnTo>
                  <a:pt x="558298" y="2603499"/>
                </a:lnTo>
                <a:lnTo>
                  <a:pt x="707269" y="2412999"/>
                </a:lnTo>
                <a:lnTo>
                  <a:pt x="736972" y="2362199"/>
                </a:lnTo>
                <a:lnTo>
                  <a:pt x="796318" y="2285999"/>
                </a:lnTo>
                <a:lnTo>
                  <a:pt x="974168" y="2044699"/>
                </a:lnTo>
                <a:lnTo>
                  <a:pt x="1033494" y="1968499"/>
                </a:lnTo>
                <a:lnTo>
                  <a:pt x="800486" y="1968499"/>
                </a:lnTo>
                <a:lnTo>
                  <a:pt x="821936" y="1930399"/>
                </a:lnTo>
                <a:lnTo>
                  <a:pt x="828844" y="1917699"/>
                </a:lnTo>
                <a:lnTo>
                  <a:pt x="739274" y="1917699"/>
                </a:lnTo>
                <a:lnTo>
                  <a:pt x="748963" y="1892299"/>
                </a:lnTo>
                <a:lnTo>
                  <a:pt x="764447" y="1854199"/>
                </a:lnTo>
                <a:lnTo>
                  <a:pt x="784425" y="1828799"/>
                </a:lnTo>
                <a:lnTo>
                  <a:pt x="807595" y="1803399"/>
                </a:lnTo>
                <a:lnTo>
                  <a:pt x="921792" y="1803399"/>
                </a:lnTo>
                <a:lnTo>
                  <a:pt x="933638" y="1777999"/>
                </a:lnTo>
                <a:lnTo>
                  <a:pt x="945539" y="1765299"/>
                </a:lnTo>
                <a:lnTo>
                  <a:pt x="1202373" y="1765299"/>
                </a:lnTo>
                <a:lnTo>
                  <a:pt x="1225133" y="1752599"/>
                </a:lnTo>
                <a:lnTo>
                  <a:pt x="1317998" y="1752599"/>
                </a:lnTo>
                <a:lnTo>
                  <a:pt x="1312785" y="1739899"/>
                </a:lnTo>
                <a:lnTo>
                  <a:pt x="1303854" y="1727199"/>
                </a:lnTo>
                <a:lnTo>
                  <a:pt x="1295221" y="1714499"/>
                </a:lnTo>
                <a:lnTo>
                  <a:pt x="1278224" y="1676399"/>
                </a:lnTo>
                <a:lnTo>
                  <a:pt x="1282686" y="1663699"/>
                </a:lnTo>
                <a:lnTo>
                  <a:pt x="1382938" y="1663699"/>
                </a:lnTo>
                <a:lnTo>
                  <a:pt x="1344549" y="1587499"/>
                </a:lnTo>
                <a:lnTo>
                  <a:pt x="1439172" y="1473199"/>
                </a:lnTo>
                <a:lnTo>
                  <a:pt x="1454865" y="1447799"/>
                </a:lnTo>
                <a:lnTo>
                  <a:pt x="913927" y="1447799"/>
                </a:lnTo>
                <a:lnTo>
                  <a:pt x="899199" y="1435099"/>
                </a:lnTo>
                <a:lnTo>
                  <a:pt x="881293" y="1409699"/>
                </a:lnTo>
                <a:lnTo>
                  <a:pt x="860785" y="1384299"/>
                </a:lnTo>
                <a:lnTo>
                  <a:pt x="838252" y="1333499"/>
                </a:lnTo>
                <a:lnTo>
                  <a:pt x="814269" y="1295399"/>
                </a:lnTo>
                <a:lnTo>
                  <a:pt x="789413" y="1244599"/>
                </a:lnTo>
                <a:lnTo>
                  <a:pt x="764259" y="1181099"/>
                </a:lnTo>
                <a:lnTo>
                  <a:pt x="739385" y="1130299"/>
                </a:lnTo>
                <a:lnTo>
                  <a:pt x="715366" y="1066799"/>
                </a:lnTo>
                <a:lnTo>
                  <a:pt x="692778" y="1015999"/>
                </a:lnTo>
                <a:lnTo>
                  <a:pt x="672197" y="965199"/>
                </a:lnTo>
                <a:lnTo>
                  <a:pt x="654199" y="901699"/>
                </a:lnTo>
                <a:lnTo>
                  <a:pt x="639362" y="863599"/>
                </a:lnTo>
                <a:lnTo>
                  <a:pt x="628259" y="812799"/>
                </a:lnTo>
                <a:lnTo>
                  <a:pt x="621469" y="774699"/>
                </a:lnTo>
                <a:lnTo>
                  <a:pt x="982690" y="774699"/>
                </a:lnTo>
                <a:lnTo>
                  <a:pt x="977152" y="749299"/>
                </a:lnTo>
                <a:lnTo>
                  <a:pt x="1012493" y="749299"/>
                </a:lnTo>
                <a:lnTo>
                  <a:pt x="998176" y="711199"/>
                </a:lnTo>
                <a:lnTo>
                  <a:pt x="991920" y="698499"/>
                </a:lnTo>
                <a:lnTo>
                  <a:pt x="797310" y="698499"/>
                </a:lnTo>
                <a:lnTo>
                  <a:pt x="739402" y="533399"/>
                </a:lnTo>
                <a:lnTo>
                  <a:pt x="637290" y="533399"/>
                </a:lnTo>
                <a:lnTo>
                  <a:pt x="630764" y="507999"/>
                </a:lnTo>
                <a:lnTo>
                  <a:pt x="730493" y="507999"/>
                </a:lnTo>
                <a:lnTo>
                  <a:pt x="685949" y="380999"/>
                </a:lnTo>
                <a:lnTo>
                  <a:pt x="627255" y="380999"/>
                </a:lnTo>
                <a:lnTo>
                  <a:pt x="614595" y="355599"/>
                </a:lnTo>
                <a:lnTo>
                  <a:pt x="608830" y="330199"/>
                </a:lnTo>
                <a:lnTo>
                  <a:pt x="598417" y="317499"/>
                </a:lnTo>
                <a:lnTo>
                  <a:pt x="571812" y="304799"/>
                </a:lnTo>
                <a:close/>
              </a:path>
              <a:path w="2338704" h="2933700">
                <a:moveTo>
                  <a:pt x="1241914" y="1892299"/>
                </a:moveTo>
                <a:lnTo>
                  <a:pt x="1095584" y="1892299"/>
                </a:lnTo>
                <a:lnTo>
                  <a:pt x="1176415" y="2031999"/>
                </a:lnTo>
                <a:lnTo>
                  <a:pt x="1225872" y="2108199"/>
                </a:lnTo>
                <a:lnTo>
                  <a:pt x="1250457" y="2158999"/>
                </a:lnTo>
                <a:lnTo>
                  <a:pt x="1274842" y="2197099"/>
                </a:lnTo>
                <a:lnTo>
                  <a:pt x="1298950" y="2235199"/>
                </a:lnTo>
                <a:lnTo>
                  <a:pt x="1322703" y="2285999"/>
                </a:lnTo>
                <a:lnTo>
                  <a:pt x="1346023" y="2324099"/>
                </a:lnTo>
                <a:lnTo>
                  <a:pt x="1368833" y="2374899"/>
                </a:lnTo>
                <a:lnTo>
                  <a:pt x="1391055" y="2412999"/>
                </a:lnTo>
                <a:lnTo>
                  <a:pt x="1412611" y="2451099"/>
                </a:lnTo>
                <a:lnTo>
                  <a:pt x="1433422" y="2501899"/>
                </a:lnTo>
                <a:lnTo>
                  <a:pt x="1453413" y="2552699"/>
                </a:lnTo>
                <a:lnTo>
                  <a:pt x="1472504" y="2590799"/>
                </a:lnTo>
                <a:lnTo>
                  <a:pt x="1490618" y="2641599"/>
                </a:lnTo>
                <a:lnTo>
                  <a:pt x="1507677" y="2679699"/>
                </a:lnTo>
                <a:lnTo>
                  <a:pt x="1514118" y="2705099"/>
                </a:lnTo>
                <a:lnTo>
                  <a:pt x="1520921" y="2717799"/>
                </a:lnTo>
                <a:lnTo>
                  <a:pt x="1528532" y="2743199"/>
                </a:lnTo>
                <a:lnTo>
                  <a:pt x="1537398" y="2755899"/>
                </a:lnTo>
                <a:lnTo>
                  <a:pt x="1543338" y="2755899"/>
                </a:lnTo>
                <a:lnTo>
                  <a:pt x="1553157" y="2768599"/>
                </a:lnTo>
                <a:lnTo>
                  <a:pt x="1566251" y="2768599"/>
                </a:lnTo>
                <a:lnTo>
                  <a:pt x="1582018" y="2781299"/>
                </a:lnTo>
                <a:lnTo>
                  <a:pt x="1574448" y="2743199"/>
                </a:lnTo>
                <a:lnTo>
                  <a:pt x="1556305" y="2679699"/>
                </a:lnTo>
                <a:lnTo>
                  <a:pt x="1566817" y="2666999"/>
                </a:lnTo>
                <a:lnTo>
                  <a:pt x="1659813" y="2666999"/>
                </a:lnTo>
                <a:lnTo>
                  <a:pt x="1643005" y="2628899"/>
                </a:lnTo>
                <a:lnTo>
                  <a:pt x="1627297" y="2590799"/>
                </a:lnTo>
                <a:lnTo>
                  <a:pt x="1620134" y="2552699"/>
                </a:lnTo>
                <a:lnTo>
                  <a:pt x="1671276" y="2552699"/>
                </a:lnTo>
                <a:lnTo>
                  <a:pt x="1676947" y="2539999"/>
                </a:lnTo>
                <a:lnTo>
                  <a:pt x="1686006" y="2527299"/>
                </a:lnTo>
                <a:lnTo>
                  <a:pt x="1780642" y="2527299"/>
                </a:lnTo>
                <a:lnTo>
                  <a:pt x="1776926" y="2514599"/>
                </a:lnTo>
                <a:lnTo>
                  <a:pt x="1761973" y="2463799"/>
                </a:lnTo>
                <a:lnTo>
                  <a:pt x="1746490" y="2412999"/>
                </a:lnTo>
                <a:lnTo>
                  <a:pt x="1730037" y="2362199"/>
                </a:lnTo>
                <a:lnTo>
                  <a:pt x="1653486" y="2362199"/>
                </a:lnTo>
                <a:lnTo>
                  <a:pt x="1626209" y="2324099"/>
                </a:lnTo>
                <a:lnTo>
                  <a:pt x="1599545" y="2273299"/>
                </a:lnTo>
                <a:lnTo>
                  <a:pt x="1573884" y="2235199"/>
                </a:lnTo>
                <a:lnTo>
                  <a:pt x="1549616" y="2197099"/>
                </a:lnTo>
                <a:lnTo>
                  <a:pt x="1527131" y="2146299"/>
                </a:lnTo>
                <a:lnTo>
                  <a:pt x="1506820" y="2108199"/>
                </a:lnTo>
                <a:lnTo>
                  <a:pt x="1492002" y="2065786"/>
                </a:lnTo>
                <a:lnTo>
                  <a:pt x="1487030" y="2057399"/>
                </a:lnTo>
                <a:lnTo>
                  <a:pt x="1335020" y="2057399"/>
                </a:lnTo>
                <a:lnTo>
                  <a:pt x="1281600" y="1955799"/>
                </a:lnTo>
                <a:lnTo>
                  <a:pt x="1255008" y="1917699"/>
                </a:lnTo>
                <a:lnTo>
                  <a:pt x="1241914" y="1892299"/>
                </a:lnTo>
                <a:close/>
              </a:path>
              <a:path w="2338704" h="2933700">
                <a:moveTo>
                  <a:pt x="1659813" y="2666999"/>
                </a:moveTo>
                <a:lnTo>
                  <a:pt x="1566817" y="2666999"/>
                </a:lnTo>
                <a:lnTo>
                  <a:pt x="1589152" y="2692399"/>
                </a:lnTo>
                <a:lnTo>
                  <a:pt x="1666947" y="2768599"/>
                </a:lnTo>
                <a:lnTo>
                  <a:pt x="1670276" y="2717799"/>
                </a:lnTo>
                <a:lnTo>
                  <a:pt x="1659813" y="2666999"/>
                </a:lnTo>
                <a:close/>
              </a:path>
              <a:path w="2338704" h="2933700">
                <a:moveTo>
                  <a:pt x="1780642" y="2527299"/>
                </a:moveTo>
                <a:lnTo>
                  <a:pt x="1686006" y="2527299"/>
                </a:lnTo>
                <a:lnTo>
                  <a:pt x="1734903" y="2578099"/>
                </a:lnTo>
                <a:lnTo>
                  <a:pt x="1763807" y="2616199"/>
                </a:lnTo>
                <a:lnTo>
                  <a:pt x="1807009" y="2616199"/>
                </a:lnTo>
                <a:lnTo>
                  <a:pt x="1791791" y="2565399"/>
                </a:lnTo>
                <a:lnTo>
                  <a:pt x="1780642" y="2527299"/>
                </a:lnTo>
                <a:close/>
              </a:path>
              <a:path w="2338704" h="2933700">
                <a:moveTo>
                  <a:pt x="1671276" y="2552699"/>
                </a:moveTo>
                <a:lnTo>
                  <a:pt x="1620134" y="2552699"/>
                </a:lnTo>
                <a:lnTo>
                  <a:pt x="1647996" y="2565399"/>
                </a:lnTo>
                <a:lnTo>
                  <a:pt x="1665605" y="2565399"/>
                </a:lnTo>
                <a:lnTo>
                  <a:pt x="1671276" y="2552699"/>
                </a:lnTo>
                <a:close/>
              </a:path>
              <a:path w="2338704" h="2933700">
                <a:moveTo>
                  <a:pt x="1382938" y="1663699"/>
                </a:moveTo>
                <a:lnTo>
                  <a:pt x="1296828" y="1663699"/>
                </a:lnTo>
                <a:lnTo>
                  <a:pt x="1303483" y="1676399"/>
                </a:lnTo>
                <a:lnTo>
                  <a:pt x="1350540" y="1765299"/>
                </a:lnTo>
                <a:lnTo>
                  <a:pt x="1372399" y="1803399"/>
                </a:lnTo>
                <a:lnTo>
                  <a:pt x="1394217" y="1854199"/>
                </a:lnTo>
                <a:lnTo>
                  <a:pt x="1415985" y="1892299"/>
                </a:lnTo>
                <a:lnTo>
                  <a:pt x="1437695" y="1943099"/>
                </a:lnTo>
                <a:lnTo>
                  <a:pt x="1480904" y="2019299"/>
                </a:lnTo>
                <a:lnTo>
                  <a:pt x="1483829" y="2031999"/>
                </a:lnTo>
                <a:lnTo>
                  <a:pt x="1485244" y="2044699"/>
                </a:lnTo>
                <a:lnTo>
                  <a:pt x="1485674" y="2051741"/>
                </a:lnTo>
                <a:lnTo>
                  <a:pt x="1489072" y="2057399"/>
                </a:lnTo>
                <a:lnTo>
                  <a:pt x="1492002" y="2065786"/>
                </a:lnTo>
                <a:lnTo>
                  <a:pt x="1502088" y="2082799"/>
                </a:lnTo>
                <a:lnTo>
                  <a:pt x="1517310" y="2108199"/>
                </a:lnTo>
                <a:lnTo>
                  <a:pt x="1532006" y="2120899"/>
                </a:lnTo>
                <a:lnTo>
                  <a:pt x="1545490" y="2146299"/>
                </a:lnTo>
                <a:lnTo>
                  <a:pt x="1568868" y="2184399"/>
                </a:lnTo>
                <a:lnTo>
                  <a:pt x="1591520" y="2235199"/>
                </a:lnTo>
                <a:lnTo>
                  <a:pt x="1613282" y="2273299"/>
                </a:lnTo>
                <a:lnTo>
                  <a:pt x="1633992" y="2324099"/>
                </a:lnTo>
                <a:lnTo>
                  <a:pt x="1653486" y="2362199"/>
                </a:lnTo>
                <a:lnTo>
                  <a:pt x="1730037" y="2362199"/>
                </a:lnTo>
                <a:lnTo>
                  <a:pt x="1712173" y="2311399"/>
                </a:lnTo>
                <a:lnTo>
                  <a:pt x="1694055" y="2273299"/>
                </a:lnTo>
                <a:lnTo>
                  <a:pt x="1673392" y="2235199"/>
                </a:lnTo>
                <a:lnTo>
                  <a:pt x="1651307" y="2197099"/>
                </a:lnTo>
                <a:lnTo>
                  <a:pt x="1628920" y="2146299"/>
                </a:lnTo>
                <a:lnTo>
                  <a:pt x="1607353" y="2108199"/>
                </a:lnTo>
                <a:lnTo>
                  <a:pt x="1585474" y="2070099"/>
                </a:lnTo>
                <a:lnTo>
                  <a:pt x="1563617" y="2019299"/>
                </a:lnTo>
                <a:lnTo>
                  <a:pt x="1541776" y="1981199"/>
                </a:lnTo>
                <a:lnTo>
                  <a:pt x="1498107" y="1892299"/>
                </a:lnTo>
                <a:lnTo>
                  <a:pt x="1382938" y="1663699"/>
                </a:lnTo>
                <a:close/>
              </a:path>
              <a:path w="2338704" h="2933700">
                <a:moveTo>
                  <a:pt x="1485674" y="2051741"/>
                </a:moveTo>
                <a:lnTo>
                  <a:pt x="1486020" y="2057399"/>
                </a:lnTo>
                <a:lnTo>
                  <a:pt x="1487030" y="2057399"/>
                </a:lnTo>
                <a:lnTo>
                  <a:pt x="1492002" y="2065786"/>
                </a:lnTo>
                <a:lnTo>
                  <a:pt x="1489072" y="2057399"/>
                </a:lnTo>
                <a:lnTo>
                  <a:pt x="1485674" y="2051741"/>
                </a:lnTo>
                <a:close/>
              </a:path>
              <a:path w="2338704" h="2933700">
                <a:moveTo>
                  <a:pt x="1317998" y="1752599"/>
                </a:moveTo>
                <a:lnTo>
                  <a:pt x="1225133" y="1752599"/>
                </a:lnTo>
                <a:lnTo>
                  <a:pt x="1351506" y="2044699"/>
                </a:lnTo>
                <a:lnTo>
                  <a:pt x="1346061" y="2057399"/>
                </a:lnTo>
                <a:lnTo>
                  <a:pt x="1486020" y="2057399"/>
                </a:lnTo>
                <a:lnTo>
                  <a:pt x="1485674" y="2051741"/>
                </a:lnTo>
                <a:lnTo>
                  <a:pt x="1435681" y="1968499"/>
                </a:lnTo>
                <a:lnTo>
                  <a:pt x="1382405" y="1866899"/>
                </a:lnTo>
                <a:lnTo>
                  <a:pt x="1355893" y="1828799"/>
                </a:lnTo>
                <a:lnTo>
                  <a:pt x="1344744" y="1803399"/>
                </a:lnTo>
                <a:lnTo>
                  <a:pt x="1333857" y="1790699"/>
                </a:lnTo>
                <a:lnTo>
                  <a:pt x="1323211" y="1765299"/>
                </a:lnTo>
                <a:lnTo>
                  <a:pt x="1317998" y="1752599"/>
                </a:lnTo>
                <a:close/>
              </a:path>
              <a:path w="2338704" h="2933700">
                <a:moveTo>
                  <a:pt x="1235367" y="1879599"/>
                </a:moveTo>
                <a:lnTo>
                  <a:pt x="849568" y="1879599"/>
                </a:lnTo>
                <a:lnTo>
                  <a:pt x="848036" y="1917699"/>
                </a:lnTo>
                <a:lnTo>
                  <a:pt x="838612" y="1943099"/>
                </a:lnTo>
                <a:lnTo>
                  <a:pt x="822396" y="1955799"/>
                </a:lnTo>
                <a:lnTo>
                  <a:pt x="800486" y="1968499"/>
                </a:lnTo>
                <a:lnTo>
                  <a:pt x="1033494" y="1968499"/>
                </a:lnTo>
                <a:lnTo>
                  <a:pt x="1047928" y="1955799"/>
                </a:lnTo>
                <a:lnTo>
                  <a:pt x="1062866" y="1930399"/>
                </a:lnTo>
                <a:lnTo>
                  <a:pt x="1095584" y="1892299"/>
                </a:lnTo>
                <a:lnTo>
                  <a:pt x="1241914" y="1892299"/>
                </a:lnTo>
                <a:lnTo>
                  <a:pt x="1235367" y="1879599"/>
                </a:lnTo>
                <a:close/>
              </a:path>
              <a:path w="2338704" h="2933700">
                <a:moveTo>
                  <a:pt x="1202373" y="1765299"/>
                </a:moveTo>
                <a:lnTo>
                  <a:pt x="945539" y="1765299"/>
                </a:lnTo>
                <a:lnTo>
                  <a:pt x="952119" y="1777999"/>
                </a:lnTo>
                <a:lnTo>
                  <a:pt x="946377" y="1777999"/>
                </a:lnTo>
                <a:lnTo>
                  <a:pt x="929053" y="1803399"/>
                </a:lnTo>
                <a:lnTo>
                  <a:pt x="821360" y="1803399"/>
                </a:lnTo>
                <a:lnTo>
                  <a:pt x="780328" y="1866899"/>
                </a:lnTo>
                <a:lnTo>
                  <a:pt x="739274" y="1917699"/>
                </a:lnTo>
                <a:lnTo>
                  <a:pt x="828844" y="1917699"/>
                </a:lnTo>
                <a:lnTo>
                  <a:pt x="849568" y="1879599"/>
                </a:lnTo>
                <a:lnTo>
                  <a:pt x="1235367" y="1879599"/>
                </a:lnTo>
                <a:lnTo>
                  <a:pt x="1228820" y="1866899"/>
                </a:lnTo>
                <a:lnTo>
                  <a:pt x="1203277" y="1816099"/>
                </a:lnTo>
                <a:lnTo>
                  <a:pt x="1196216" y="1803399"/>
                </a:lnTo>
                <a:lnTo>
                  <a:pt x="1194325" y="1777999"/>
                </a:lnTo>
                <a:lnTo>
                  <a:pt x="1202373" y="1765299"/>
                </a:lnTo>
                <a:close/>
              </a:path>
              <a:path w="2338704" h="2933700">
                <a:moveTo>
                  <a:pt x="982690" y="774699"/>
                </a:moveTo>
                <a:lnTo>
                  <a:pt x="621469" y="774699"/>
                </a:lnTo>
                <a:lnTo>
                  <a:pt x="656902" y="863599"/>
                </a:lnTo>
                <a:lnTo>
                  <a:pt x="674670" y="901699"/>
                </a:lnTo>
                <a:lnTo>
                  <a:pt x="692597" y="939799"/>
                </a:lnTo>
                <a:lnTo>
                  <a:pt x="712616" y="977899"/>
                </a:lnTo>
                <a:lnTo>
                  <a:pt x="732772" y="1028699"/>
                </a:lnTo>
                <a:lnTo>
                  <a:pt x="773185" y="1117599"/>
                </a:lnTo>
                <a:lnTo>
                  <a:pt x="792944" y="1155699"/>
                </a:lnTo>
                <a:lnTo>
                  <a:pt x="812880" y="1193799"/>
                </a:lnTo>
                <a:lnTo>
                  <a:pt x="832178" y="1244599"/>
                </a:lnTo>
                <a:lnTo>
                  <a:pt x="850022" y="1282699"/>
                </a:lnTo>
                <a:lnTo>
                  <a:pt x="869558" y="1320799"/>
                </a:lnTo>
                <a:lnTo>
                  <a:pt x="891277" y="1358899"/>
                </a:lnTo>
                <a:lnTo>
                  <a:pt x="908345" y="1409699"/>
                </a:lnTo>
                <a:lnTo>
                  <a:pt x="913927" y="1447799"/>
                </a:lnTo>
                <a:lnTo>
                  <a:pt x="1454865" y="1447799"/>
                </a:lnTo>
                <a:lnTo>
                  <a:pt x="1470558" y="1422399"/>
                </a:lnTo>
                <a:lnTo>
                  <a:pt x="1595653" y="1269999"/>
                </a:lnTo>
                <a:lnTo>
                  <a:pt x="1356422" y="1269999"/>
                </a:lnTo>
                <a:lnTo>
                  <a:pt x="1352489" y="1257299"/>
                </a:lnTo>
                <a:lnTo>
                  <a:pt x="1348481" y="1257299"/>
                </a:lnTo>
                <a:lnTo>
                  <a:pt x="1373187" y="1231899"/>
                </a:lnTo>
                <a:lnTo>
                  <a:pt x="1377176" y="1225715"/>
                </a:lnTo>
                <a:lnTo>
                  <a:pt x="1379640" y="1219199"/>
                </a:lnTo>
                <a:lnTo>
                  <a:pt x="1385000" y="1215753"/>
                </a:lnTo>
                <a:lnTo>
                  <a:pt x="1386994" y="1206499"/>
                </a:lnTo>
                <a:lnTo>
                  <a:pt x="1390100" y="1206499"/>
                </a:lnTo>
                <a:lnTo>
                  <a:pt x="1394084" y="1193799"/>
                </a:lnTo>
                <a:lnTo>
                  <a:pt x="1444895" y="1130299"/>
                </a:lnTo>
                <a:lnTo>
                  <a:pt x="1130750" y="1130299"/>
                </a:lnTo>
                <a:lnTo>
                  <a:pt x="1100244" y="1092199"/>
                </a:lnTo>
                <a:lnTo>
                  <a:pt x="1073878" y="1041399"/>
                </a:lnTo>
                <a:lnTo>
                  <a:pt x="1051196" y="1003299"/>
                </a:lnTo>
                <a:lnTo>
                  <a:pt x="1031745" y="952499"/>
                </a:lnTo>
                <a:lnTo>
                  <a:pt x="1015070" y="901699"/>
                </a:lnTo>
                <a:lnTo>
                  <a:pt x="1000715" y="850899"/>
                </a:lnTo>
                <a:lnTo>
                  <a:pt x="988228" y="800099"/>
                </a:lnTo>
                <a:lnTo>
                  <a:pt x="982690" y="774699"/>
                </a:lnTo>
                <a:close/>
              </a:path>
              <a:path w="2338704" h="2933700">
                <a:moveTo>
                  <a:pt x="2304258" y="254000"/>
                </a:moveTo>
                <a:lnTo>
                  <a:pt x="2289092" y="266700"/>
                </a:lnTo>
                <a:lnTo>
                  <a:pt x="2273459" y="266700"/>
                </a:lnTo>
                <a:lnTo>
                  <a:pt x="2258251" y="279400"/>
                </a:lnTo>
                <a:lnTo>
                  <a:pt x="2244361" y="292100"/>
                </a:lnTo>
                <a:lnTo>
                  <a:pt x="2209675" y="330200"/>
                </a:lnTo>
                <a:lnTo>
                  <a:pt x="2174919" y="355599"/>
                </a:lnTo>
                <a:lnTo>
                  <a:pt x="2140364" y="393699"/>
                </a:lnTo>
                <a:lnTo>
                  <a:pt x="2106283" y="419099"/>
                </a:lnTo>
                <a:lnTo>
                  <a:pt x="2072945" y="457199"/>
                </a:lnTo>
                <a:lnTo>
                  <a:pt x="2040622" y="495299"/>
                </a:lnTo>
                <a:lnTo>
                  <a:pt x="1559934" y="1028699"/>
                </a:lnTo>
                <a:lnTo>
                  <a:pt x="1525634" y="1079499"/>
                </a:lnTo>
                <a:lnTo>
                  <a:pt x="1456931" y="1155699"/>
                </a:lnTo>
                <a:lnTo>
                  <a:pt x="1438792" y="1168399"/>
                </a:lnTo>
                <a:lnTo>
                  <a:pt x="1419363" y="1181099"/>
                </a:lnTo>
                <a:lnTo>
                  <a:pt x="1399395" y="1206499"/>
                </a:lnTo>
                <a:lnTo>
                  <a:pt x="1385000" y="1215753"/>
                </a:lnTo>
                <a:lnTo>
                  <a:pt x="1384258" y="1219199"/>
                </a:lnTo>
                <a:lnTo>
                  <a:pt x="1381379" y="1219199"/>
                </a:lnTo>
                <a:lnTo>
                  <a:pt x="1377176" y="1225715"/>
                </a:lnTo>
                <a:lnTo>
                  <a:pt x="1360430" y="1269999"/>
                </a:lnTo>
                <a:lnTo>
                  <a:pt x="1539818" y="1269999"/>
                </a:lnTo>
                <a:lnTo>
                  <a:pt x="1554934" y="1244599"/>
                </a:lnTo>
                <a:lnTo>
                  <a:pt x="1569993" y="1231899"/>
                </a:lnTo>
                <a:lnTo>
                  <a:pt x="1626893" y="1231899"/>
                </a:lnTo>
                <a:lnTo>
                  <a:pt x="1658133" y="1193799"/>
                </a:lnTo>
                <a:lnTo>
                  <a:pt x="1612118" y="1193799"/>
                </a:lnTo>
                <a:lnTo>
                  <a:pt x="1609395" y="1181099"/>
                </a:lnTo>
                <a:lnTo>
                  <a:pt x="1632764" y="1155699"/>
                </a:lnTo>
                <a:lnTo>
                  <a:pt x="1689407" y="1155699"/>
                </a:lnTo>
                <a:lnTo>
                  <a:pt x="1731126" y="1104899"/>
                </a:lnTo>
                <a:lnTo>
                  <a:pt x="1691678" y="1104899"/>
                </a:lnTo>
                <a:lnTo>
                  <a:pt x="1689257" y="1092199"/>
                </a:lnTo>
                <a:lnTo>
                  <a:pt x="1684342" y="1092199"/>
                </a:lnTo>
                <a:lnTo>
                  <a:pt x="1706879" y="1066799"/>
                </a:lnTo>
                <a:lnTo>
                  <a:pt x="1762480" y="1066799"/>
                </a:lnTo>
                <a:lnTo>
                  <a:pt x="1909810" y="888999"/>
                </a:lnTo>
                <a:lnTo>
                  <a:pt x="2005840" y="774699"/>
                </a:lnTo>
                <a:lnTo>
                  <a:pt x="2059807" y="711199"/>
                </a:lnTo>
                <a:lnTo>
                  <a:pt x="1940415" y="711199"/>
                </a:lnTo>
                <a:lnTo>
                  <a:pt x="1962467" y="685799"/>
                </a:lnTo>
                <a:lnTo>
                  <a:pt x="2025768" y="624946"/>
                </a:lnTo>
                <a:lnTo>
                  <a:pt x="2026933" y="622299"/>
                </a:lnTo>
                <a:lnTo>
                  <a:pt x="2031760" y="617343"/>
                </a:lnTo>
                <a:lnTo>
                  <a:pt x="2061722" y="571499"/>
                </a:lnTo>
                <a:lnTo>
                  <a:pt x="2180343" y="571499"/>
                </a:lnTo>
                <a:lnTo>
                  <a:pt x="2236075" y="508000"/>
                </a:lnTo>
                <a:lnTo>
                  <a:pt x="2258596" y="482600"/>
                </a:lnTo>
                <a:lnTo>
                  <a:pt x="2149071" y="482599"/>
                </a:lnTo>
                <a:lnTo>
                  <a:pt x="2160467" y="469899"/>
                </a:lnTo>
                <a:lnTo>
                  <a:pt x="2172969" y="457199"/>
                </a:lnTo>
                <a:lnTo>
                  <a:pt x="2186379" y="431799"/>
                </a:lnTo>
                <a:lnTo>
                  <a:pt x="2200497" y="419100"/>
                </a:lnTo>
                <a:lnTo>
                  <a:pt x="2250884" y="368300"/>
                </a:lnTo>
                <a:lnTo>
                  <a:pt x="2276113" y="355600"/>
                </a:lnTo>
                <a:lnTo>
                  <a:pt x="2300930" y="330200"/>
                </a:lnTo>
                <a:lnTo>
                  <a:pt x="2313755" y="317500"/>
                </a:lnTo>
                <a:lnTo>
                  <a:pt x="2321794" y="292100"/>
                </a:lnTo>
                <a:lnTo>
                  <a:pt x="2320233" y="279400"/>
                </a:lnTo>
                <a:lnTo>
                  <a:pt x="2304258" y="254000"/>
                </a:lnTo>
                <a:close/>
              </a:path>
              <a:path w="2338704" h="2933700">
                <a:moveTo>
                  <a:pt x="1626893" y="1231899"/>
                </a:moveTo>
                <a:lnTo>
                  <a:pt x="1576875" y="1231899"/>
                </a:lnTo>
                <a:lnTo>
                  <a:pt x="1580279" y="1244599"/>
                </a:lnTo>
                <a:lnTo>
                  <a:pt x="1572281" y="1244599"/>
                </a:lnTo>
                <a:lnTo>
                  <a:pt x="1548288" y="1269999"/>
                </a:lnTo>
                <a:lnTo>
                  <a:pt x="1595653" y="1269999"/>
                </a:lnTo>
                <a:lnTo>
                  <a:pt x="1626893" y="1231899"/>
                </a:lnTo>
                <a:close/>
              </a:path>
              <a:path w="2338704" h="2933700">
                <a:moveTo>
                  <a:pt x="1385000" y="1215753"/>
                </a:moveTo>
                <a:lnTo>
                  <a:pt x="1379640" y="1219199"/>
                </a:lnTo>
                <a:lnTo>
                  <a:pt x="1377176" y="1225715"/>
                </a:lnTo>
                <a:lnTo>
                  <a:pt x="1381379" y="1219199"/>
                </a:lnTo>
                <a:lnTo>
                  <a:pt x="1384258" y="1219199"/>
                </a:lnTo>
                <a:lnTo>
                  <a:pt x="1385000" y="1215753"/>
                </a:lnTo>
                <a:close/>
              </a:path>
              <a:path w="2338704" h="2933700">
                <a:moveTo>
                  <a:pt x="1689407" y="1155699"/>
                </a:moveTo>
                <a:lnTo>
                  <a:pt x="1635411" y="1155699"/>
                </a:lnTo>
                <a:lnTo>
                  <a:pt x="1640705" y="1168399"/>
                </a:lnTo>
                <a:lnTo>
                  <a:pt x="1634963" y="1168399"/>
                </a:lnTo>
                <a:lnTo>
                  <a:pt x="1617639" y="1193799"/>
                </a:lnTo>
                <a:lnTo>
                  <a:pt x="1658133" y="1193799"/>
                </a:lnTo>
                <a:lnTo>
                  <a:pt x="1689407" y="1155699"/>
                </a:lnTo>
                <a:close/>
              </a:path>
              <a:path w="2338704" h="2933700">
                <a:moveTo>
                  <a:pt x="1012493" y="749299"/>
                </a:moveTo>
                <a:lnTo>
                  <a:pt x="977152" y="749299"/>
                </a:lnTo>
                <a:lnTo>
                  <a:pt x="1130750" y="1130299"/>
                </a:lnTo>
                <a:lnTo>
                  <a:pt x="1444895" y="1130299"/>
                </a:lnTo>
                <a:lnTo>
                  <a:pt x="1455057" y="1117599"/>
                </a:lnTo>
                <a:lnTo>
                  <a:pt x="1156010" y="1117599"/>
                </a:lnTo>
                <a:lnTo>
                  <a:pt x="1036355" y="812799"/>
                </a:lnTo>
                <a:lnTo>
                  <a:pt x="1012493" y="749299"/>
                </a:lnTo>
                <a:close/>
              </a:path>
              <a:path w="2338704" h="2933700">
                <a:moveTo>
                  <a:pt x="2164045" y="0"/>
                </a:moveTo>
                <a:lnTo>
                  <a:pt x="2149750" y="12699"/>
                </a:lnTo>
                <a:lnTo>
                  <a:pt x="2126408" y="12699"/>
                </a:lnTo>
                <a:lnTo>
                  <a:pt x="2117686" y="25399"/>
                </a:lnTo>
                <a:lnTo>
                  <a:pt x="2038485" y="76199"/>
                </a:lnTo>
                <a:lnTo>
                  <a:pt x="2000189" y="114299"/>
                </a:lnTo>
                <a:lnTo>
                  <a:pt x="1964616" y="152399"/>
                </a:lnTo>
                <a:lnTo>
                  <a:pt x="1863504" y="266699"/>
                </a:lnTo>
                <a:lnTo>
                  <a:pt x="1830176" y="292099"/>
                </a:lnTo>
                <a:lnTo>
                  <a:pt x="1797031" y="330199"/>
                </a:lnTo>
                <a:lnTo>
                  <a:pt x="1698662" y="444499"/>
                </a:lnTo>
                <a:lnTo>
                  <a:pt x="1601824" y="558799"/>
                </a:lnTo>
                <a:lnTo>
                  <a:pt x="1506433" y="673099"/>
                </a:lnTo>
                <a:lnTo>
                  <a:pt x="1474943" y="723899"/>
                </a:lnTo>
                <a:lnTo>
                  <a:pt x="1412403" y="800099"/>
                </a:lnTo>
                <a:lnTo>
                  <a:pt x="1319648" y="914399"/>
                </a:lnTo>
                <a:lnTo>
                  <a:pt x="1228083" y="1028699"/>
                </a:lnTo>
                <a:lnTo>
                  <a:pt x="1212769" y="1054099"/>
                </a:lnTo>
                <a:lnTo>
                  <a:pt x="1195875" y="1066799"/>
                </a:lnTo>
                <a:lnTo>
                  <a:pt x="1177066" y="1092199"/>
                </a:lnTo>
                <a:lnTo>
                  <a:pt x="1156010" y="1117599"/>
                </a:lnTo>
                <a:lnTo>
                  <a:pt x="1455057" y="1117599"/>
                </a:lnTo>
                <a:lnTo>
                  <a:pt x="1730055" y="774699"/>
                </a:lnTo>
                <a:lnTo>
                  <a:pt x="1824336" y="660399"/>
                </a:lnTo>
                <a:lnTo>
                  <a:pt x="1845593" y="634999"/>
                </a:lnTo>
                <a:lnTo>
                  <a:pt x="1735314" y="634999"/>
                </a:lnTo>
                <a:lnTo>
                  <a:pt x="1728432" y="622299"/>
                </a:lnTo>
                <a:lnTo>
                  <a:pt x="1779708" y="546099"/>
                </a:lnTo>
                <a:lnTo>
                  <a:pt x="1920539" y="546099"/>
                </a:lnTo>
                <a:lnTo>
                  <a:pt x="1953124" y="507999"/>
                </a:lnTo>
                <a:lnTo>
                  <a:pt x="1986094" y="469899"/>
                </a:lnTo>
                <a:lnTo>
                  <a:pt x="2020145" y="431799"/>
                </a:lnTo>
                <a:lnTo>
                  <a:pt x="2054837" y="393699"/>
                </a:lnTo>
                <a:lnTo>
                  <a:pt x="2195430" y="241300"/>
                </a:lnTo>
                <a:lnTo>
                  <a:pt x="2198523" y="228600"/>
                </a:lnTo>
                <a:lnTo>
                  <a:pt x="2200431" y="228600"/>
                </a:lnTo>
                <a:lnTo>
                  <a:pt x="2202184" y="215900"/>
                </a:lnTo>
                <a:lnTo>
                  <a:pt x="2204808" y="203200"/>
                </a:lnTo>
                <a:lnTo>
                  <a:pt x="2132707" y="203199"/>
                </a:lnTo>
                <a:lnTo>
                  <a:pt x="2103360" y="190499"/>
                </a:lnTo>
                <a:lnTo>
                  <a:pt x="2077679" y="165099"/>
                </a:lnTo>
                <a:lnTo>
                  <a:pt x="2096268" y="126999"/>
                </a:lnTo>
                <a:lnTo>
                  <a:pt x="2125428" y="88899"/>
                </a:lnTo>
                <a:lnTo>
                  <a:pt x="2152305" y="50799"/>
                </a:lnTo>
                <a:lnTo>
                  <a:pt x="2164045" y="0"/>
                </a:lnTo>
                <a:close/>
              </a:path>
              <a:path w="2338704" h="2933700">
                <a:moveTo>
                  <a:pt x="1762480" y="1066799"/>
                </a:moveTo>
                <a:lnTo>
                  <a:pt x="1711719" y="1066799"/>
                </a:lnTo>
                <a:lnTo>
                  <a:pt x="1714139" y="1079499"/>
                </a:lnTo>
                <a:lnTo>
                  <a:pt x="1691678" y="1104899"/>
                </a:lnTo>
                <a:lnTo>
                  <a:pt x="1731126" y="1104899"/>
                </a:lnTo>
                <a:lnTo>
                  <a:pt x="1762480" y="1066799"/>
                </a:lnTo>
                <a:close/>
              </a:path>
              <a:path w="2338704" h="2933700">
                <a:moveTo>
                  <a:pt x="2180343" y="571499"/>
                </a:moveTo>
                <a:lnTo>
                  <a:pt x="2071553" y="571499"/>
                </a:lnTo>
                <a:lnTo>
                  <a:pt x="2076469" y="584199"/>
                </a:lnTo>
                <a:lnTo>
                  <a:pt x="2064060" y="596899"/>
                </a:lnTo>
                <a:lnTo>
                  <a:pt x="2051673" y="596899"/>
                </a:lnTo>
                <a:lnTo>
                  <a:pt x="2031760" y="617343"/>
                </a:lnTo>
                <a:lnTo>
                  <a:pt x="2028521" y="622299"/>
                </a:lnTo>
                <a:lnTo>
                  <a:pt x="2025768" y="624946"/>
                </a:lnTo>
                <a:lnTo>
                  <a:pt x="2015754" y="647699"/>
                </a:lnTo>
                <a:lnTo>
                  <a:pt x="1995642" y="673099"/>
                </a:lnTo>
                <a:lnTo>
                  <a:pt x="1969546" y="698499"/>
                </a:lnTo>
                <a:lnTo>
                  <a:pt x="1940415" y="711199"/>
                </a:lnTo>
                <a:lnTo>
                  <a:pt x="2059807" y="711199"/>
                </a:lnTo>
                <a:lnTo>
                  <a:pt x="2136168" y="622299"/>
                </a:lnTo>
                <a:lnTo>
                  <a:pt x="2180343" y="571499"/>
                </a:lnTo>
                <a:close/>
              </a:path>
              <a:path w="2338704" h="2933700">
                <a:moveTo>
                  <a:pt x="704410" y="152399"/>
                </a:moveTo>
                <a:lnTo>
                  <a:pt x="688593" y="177799"/>
                </a:lnTo>
                <a:lnTo>
                  <a:pt x="685801" y="203199"/>
                </a:lnTo>
                <a:lnTo>
                  <a:pt x="690939" y="228599"/>
                </a:lnTo>
                <a:lnTo>
                  <a:pt x="698911" y="241299"/>
                </a:lnTo>
                <a:lnTo>
                  <a:pt x="710565" y="279399"/>
                </a:lnTo>
                <a:lnTo>
                  <a:pt x="721343" y="317499"/>
                </a:lnTo>
                <a:lnTo>
                  <a:pt x="731110" y="355599"/>
                </a:lnTo>
                <a:lnTo>
                  <a:pt x="739735" y="380999"/>
                </a:lnTo>
                <a:lnTo>
                  <a:pt x="742725" y="406399"/>
                </a:lnTo>
                <a:lnTo>
                  <a:pt x="743471" y="431799"/>
                </a:lnTo>
                <a:lnTo>
                  <a:pt x="744495" y="457199"/>
                </a:lnTo>
                <a:lnTo>
                  <a:pt x="748319" y="469899"/>
                </a:lnTo>
                <a:lnTo>
                  <a:pt x="762596" y="520699"/>
                </a:lnTo>
                <a:lnTo>
                  <a:pt x="778197" y="571499"/>
                </a:lnTo>
                <a:lnTo>
                  <a:pt x="794226" y="609599"/>
                </a:lnTo>
                <a:lnTo>
                  <a:pt x="809789" y="660399"/>
                </a:lnTo>
                <a:lnTo>
                  <a:pt x="811991" y="673099"/>
                </a:lnTo>
                <a:lnTo>
                  <a:pt x="812946" y="673099"/>
                </a:lnTo>
                <a:lnTo>
                  <a:pt x="813362" y="685799"/>
                </a:lnTo>
                <a:lnTo>
                  <a:pt x="813948" y="698499"/>
                </a:lnTo>
                <a:lnTo>
                  <a:pt x="991920" y="698499"/>
                </a:lnTo>
                <a:lnTo>
                  <a:pt x="979408" y="673099"/>
                </a:lnTo>
                <a:lnTo>
                  <a:pt x="961206" y="622299"/>
                </a:lnTo>
                <a:lnTo>
                  <a:pt x="947773" y="584199"/>
                </a:lnTo>
                <a:lnTo>
                  <a:pt x="872862" y="584199"/>
                </a:lnTo>
                <a:lnTo>
                  <a:pt x="852063" y="546099"/>
                </a:lnTo>
                <a:lnTo>
                  <a:pt x="835228" y="507999"/>
                </a:lnTo>
                <a:lnTo>
                  <a:pt x="821101" y="482599"/>
                </a:lnTo>
                <a:lnTo>
                  <a:pt x="808427" y="444499"/>
                </a:lnTo>
                <a:lnTo>
                  <a:pt x="796269" y="406399"/>
                </a:lnTo>
                <a:lnTo>
                  <a:pt x="784331" y="368299"/>
                </a:lnTo>
                <a:lnTo>
                  <a:pt x="771981" y="330199"/>
                </a:lnTo>
                <a:lnTo>
                  <a:pt x="758589" y="292099"/>
                </a:lnTo>
                <a:lnTo>
                  <a:pt x="748222" y="266699"/>
                </a:lnTo>
                <a:lnTo>
                  <a:pt x="739661" y="228599"/>
                </a:lnTo>
                <a:lnTo>
                  <a:pt x="727020" y="190499"/>
                </a:lnTo>
                <a:lnTo>
                  <a:pt x="704410" y="152399"/>
                </a:lnTo>
                <a:close/>
              </a:path>
              <a:path w="2338704" h="2933700">
                <a:moveTo>
                  <a:pt x="1920539" y="546099"/>
                </a:moveTo>
                <a:lnTo>
                  <a:pt x="1790522" y="546099"/>
                </a:lnTo>
                <a:lnTo>
                  <a:pt x="1795892" y="558799"/>
                </a:lnTo>
                <a:lnTo>
                  <a:pt x="1738718" y="634999"/>
                </a:lnTo>
                <a:lnTo>
                  <a:pt x="1845593" y="634999"/>
                </a:lnTo>
                <a:lnTo>
                  <a:pt x="1888264" y="584199"/>
                </a:lnTo>
                <a:lnTo>
                  <a:pt x="1920539" y="546099"/>
                </a:lnTo>
                <a:close/>
              </a:path>
              <a:path w="2338704" h="2933700">
                <a:moveTo>
                  <a:pt x="2031760" y="617343"/>
                </a:moveTo>
                <a:lnTo>
                  <a:pt x="2026933" y="622299"/>
                </a:lnTo>
                <a:lnTo>
                  <a:pt x="2025768" y="624946"/>
                </a:lnTo>
                <a:lnTo>
                  <a:pt x="2028521" y="622299"/>
                </a:lnTo>
                <a:lnTo>
                  <a:pt x="2031760" y="617343"/>
                </a:lnTo>
                <a:close/>
              </a:path>
              <a:path w="2338704" h="2933700">
                <a:moveTo>
                  <a:pt x="848283" y="317499"/>
                </a:moveTo>
                <a:lnTo>
                  <a:pt x="823242" y="355599"/>
                </a:lnTo>
                <a:lnTo>
                  <a:pt x="819705" y="380999"/>
                </a:lnTo>
                <a:lnTo>
                  <a:pt x="827810" y="419099"/>
                </a:lnTo>
                <a:lnTo>
                  <a:pt x="837695" y="457199"/>
                </a:lnTo>
                <a:lnTo>
                  <a:pt x="846019" y="482599"/>
                </a:lnTo>
                <a:lnTo>
                  <a:pt x="854825" y="520699"/>
                </a:lnTo>
                <a:lnTo>
                  <a:pt x="863857" y="546099"/>
                </a:lnTo>
                <a:lnTo>
                  <a:pt x="872862" y="584199"/>
                </a:lnTo>
                <a:lnTo>
                  <a:pt x="947773" y="584199"/>
                </a:lnTo>
                <a:lnTo>
                  <a:pt x="925385" y="520699"/>
                </a:lnTo>
                <a:lnTo>
                  <a:pt x="907209" y="469899"/>
                </a:lnTo>
                <a:lnTo>
                  <a:pt x="888486" y="419099"/>
                </a:lnTo>
                <a:lnTo>
                  <a:pt x="868936" y="368299"/>
                </a:lnTo>
                <a:lnTo>
                  <a:pt x="848283" y="317499"/>
                </a:lnTo>
                <a:close/>
              </a:path>
              <a:path w="2338704" h="2933700">
                <a:moveTo>
                  <a:pt x="730493" y="507999"/>
                </a:moveTo>
                <a:lnTo>
                  <a:pt x="641979" y="507999"/>
                </a:lnTo>
                <a:lnTo>
                  <a:pt x="649035" y="533399"/>
                </a:lnTo>
                <a:lnTo>
                  <a:pt x="739402" y="533399"/>
                </a:lnTo>
                <a:lnTo>
                  <a:pt x="730493" y="507999"/>
                </a:lnTo>
                <a:close/>
              </a:path>
              <a:path w="2338704" h="2933700">
                <a:moveTo>
                  <a:pt x="2338215" y="393700"/>
                </a:moveTo>
                <a:lnTo>
                  <a:pt x="2287426" y="393700"/>
                </a:lnTo>
                <a:lnTo>
                  <a:pt x="2248527" y="419100"/>
                </a:lnTo>
                <a:lnTo>
                  <a:pt x="2216107" y="444500"/>
                </a:lnTo>
                <a:lnTo>
                  <a:pt x="2184758" y="469899"/>
                </a:lnTo>
                <a:lnTo>
                  <a:pt x="2149071" y="482599"/>
                </a:lnTo>
                <a:lnTo>
                  <a:pt x="2258596" y="482600"/>
                </a:lnTo>
                <a:lnTo>
                  <a:pt x="2303899" y="431800"/>
                </a:lnTo>
                <a:lnTo>
                  <a:pt x="2338215" y="393700"/>
                </a:lnTo>
                <a:close/>
              </a:path>
              <a:path w="2338704" h="2933700">
                <a:moveTo>
                  <a:pt x="681495" y="368299"/>
                </a:moveTo>
                <a:lnTo>
                  <a:pt x="627255" y="380999"/>
                </a:lnTo>
                <a:lnTo>
                  <a:pt x="685949" y="380999"/>
                </a:lnTo>
                <a:lnTo>
                  <a:pt x="681495" y="368299"/>
                </a:lnTo>
                <a:close/>
              </a:path>
            </a:pathLst>
          </a:custGeom>
          <a:solidFill>
            <a:srgbClr val="BCFF7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4592" y="980896"/>
            <a:ext cx="7978140" cy="2015489"/>
          </a:xfrm>
          <a:prstGeom prst="rect"/>
        </p:spPr>
        <p:txBody>
          <a:bodyPr wrap="square" lIns="0" tIns="156845" rIns="0" bIns="0" rtlCol="0" vert="horz">
            <a:spAutoFit/>
          </a:bodyPr>
          <a:lstStyle/>
          <a:p>
            <a:pPr marL="12700" marR="5080">
              <a:lnSpc>
                <a:spcPts val="7300"/>
              </a:lnSpc>
              <a:spcBef>
                <a:spcPts val="1235"/>
              </a:spcBef>
            </a:pPr>
            <a:r>
              <a:rPr dirty="0" sz="6950" spc="2440"/>
              <a:t>SENTIMENT </a:t>
            </a:r>
            <a:r>
              <a:rPr dirty="0" sz="6950" spc="2405"/>
              <a:t>ANALYSIS</a:t>
            </a:r>
            <a:endParaRPr sz="6950"/>
          </a:p>
        </p:txBody>
      </p:sp>
      <p:sp>
        <p:nvSpPr>
          <p:cNvPr id="5" name="object 5" descr=""/>
          <p:cNvSpPr txBox="1"/>
          <p:nvPr/>
        </p:nvSpPr>
        <p:spPr>
          <a:xfrm>
            <a:off x="1336294" y="3717163"/>
            <a:ext cx="16434435" cy="560832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316230" marR="6985" indent="-304165">
              <a:lnSpc>
                <a:spcPts val="2890"/>
              </a:lnSpc>
              <a:spcBef>
                <a:spcPts val="585"/>
              </a:spcBef>
              <a:buFont typeface="Arial MT"/>
              <a:buChar char="•"/>
              <a:tabLst>
                <a:tab pos="316230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1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0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18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collected</a:t>
            </a:r>
            <a:r>
              <a:rPr dirty="0" sz="2800" spc="-204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5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-1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mentions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from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Twitter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API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(Tweepy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library)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using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hashtags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player names.</a:t>
            </a:r>
            <a:endParaRPr sz="2800">
              <a:latin typeface="Tahoma"/>
              <a:cs typeface="Tahoma"/>
            </a:endParaRPr>
          </a:p>
          <a:p>
            <a:pPr marL="316230" indent="-303530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316230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20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cleaned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text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data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using</a:t>
            </a:r>
            <a:r>
              <a:rPr dirty="0" sz="2800" spc="-1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Regex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NLTK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stopword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removal.</a:t>
            </a:r>
            <a:endParaRPr sz="2800">
              <a:latin typeface="Tahoma"/>
              <a:cs typeface="Tahoma"/>
            </a:endParaRPr>
          </a:p>
          <a:p>
            <a:pPr marL="316230" marR="10160" indent="-304165">
              <a:lnSpc>
                <a:spcPts val="2910"/>
              </a:lnSpc>
              <a:spcBef>
                <a:spcPts val="2905"/>
              </a:spcBef>
              <a:buFont typeface="Arial MT"/>
              <a:buChar char="•"/>
              <a:tabLst>
                <a:tab pos="316230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2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0" b="1">
                <a:solidFill>
                  <a:srgbClr val="000001"/>
                </a:solidFill>
                <a:latin typeface="Tahoma"/>
                <a:cs typeface="Tahoma"/>
              </a:rPr>
              <a:t>applied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5" b="1">
                <a:solidFill>
                  <a:srgbClr val="000001"/>
                </a:solidFill>
                <a:latin typeface="Tahoma"/>
                <a:cs typeface="Tahoma"/>
              </a:rPr>
              <a:t>VADER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Sentiment</a:t>
            </a:r>
            <a:r>
              <a:rPr dirty="0" sz="2800" spc="-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0" b="1">
                <a:solidFill>
                  <a:srgbClr val="000001"/>
                </a:solidFill>
                <a:latin typeface="Tahoma"/>
                <a:cs typeface="Tahoma"/>
              </a:rPr>
              <a:t>Analyzer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(from</a:t>
            </a:r>
            <a:r>
              <a:rPr dirty="0" sz="2800" spc="-1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nltk.sentiment.vader)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to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calculate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sentiment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polarity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scores.</a:t>
            </a:r>
            <a:endParaRPr sz="2800">
              <a:latin typeface="Tahoma"/>
              <a:cs typeface="Tahoma"/>
            </a:endParaRPr>
          </a:p>
          <a:p>
            <a:pPr marL="316230" indent="-303530">
              <a:lnSpc>
                <a:spcPct val="100000"/>
              </a:lnSpc>
              <a:spcBef>
                <a:spcPts val="2415"/>
              </a:spcBef>
              <a:buFont typeface="Arial MT"/>
              <a:buChar char="•"/>
              <a:tabLst>
                <a:tab pos="316230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computed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an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average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sentiment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score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per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merged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it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into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the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main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dataset.</a:t>
            </a:r>
            <a:endParaRPr sz="2800">
              <a:latin typeface="Tahoma"/>
              <a:cs typeface="Tahoma"/>
            </a:endParaRPr>
          </a:p>
          <a:p>
            <a:pPr marL="316230" marR="10160" indent="-304165">
              <a:lnSpc>
                <a:spcPts val="2900"/>
              </a:lnSpc>
              <a:spcBef>
                <a:spcPts val="2915"/>
              </a:spcBef>
              <a:buFont typeface="Arial MT"/>
              <a:buChar char="•"/>
              <a:tabLst>
                <a:tab pos="316230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5" b="1">
                <a:solidFill>
                  <a:srgbClr val="000001"/>
                </a:solidFill>
                <a:latin typeface="Tahoma"/>
                <a:cs typeface="Tahoma"/>
              </a:rPr>
              <a:t>observed</a:t>
            </a:r>
            <a:r>
              <a:rPr dirty="0" sz="2800" spc="-1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that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players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with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higher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positive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sentiment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often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had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higher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predicted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market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values.</a:t>
            </a:r>
            <a:endParaRPr sz="2800">
              <a:latin typeface="Tahoma"/>
              <a:cs typeface="Tahoma"/>
            </a:endParaRPr>
          </a:p>
          <a:p>
            <a:pPr marL="316230" marR="5080" indent="-304165">
              <a:lnSpc>
                <a:spcPts val="2900"/>
              </a:lnSpc>
              <a:spcBef>
                <a:spcPts val="2900"/>
              </a:spcBef>
              <a:buFont typeface="Arial MT"/>
              <a:buChar char="•"/>
              <a:tabLst>
                <a:tab pos="316230" algn="l"/>
              </a:tabLst>
            </a:pP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Here,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2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used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Python’s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NLTK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Tweepy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to</a:t>
            </a:r>
            <a:r>
              <a:rPr dirty="0" sz="2800" spc="-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connect</a:t>
            </a:r>
            <a:r>
              <a:rPr dirty="0" sz="2800" spc="-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5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-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popularity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from</a:t>
            </a:r>
            <a:r>
              <a:rPr dirty="0" sz="2800" spc="-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social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0" b="1">
                <a:solidFill>
                  <a:srgbClr val="000001"/>
                </a:solidFill>
                <a:latin typeface="Tahoma"/>
                <a:cs typeface="Tahoma"/>
              </a:rPr>
              <a:t>media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with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actual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market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valuation.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605" rIns="0" bIns="0" rtlCol="0" vert="horz">
            <a:spAutoFit/>
          </a:bodyPr>
          <a:lstStyle/>
          <a:p>
            <a:pPr marL="12700" marR="5080">
              <a:lnSpc>
                <a:spcPts val="6100"/>
              </a:lnSpc>
              <a:spcBef>
                <a:spcPts val="1115"/>
              </a:spcBef>
            </a:pPr>
            <a:r>
              <a:rPr dirty="0" spc="2240"/>
              <a:t>MODEL </a:t>
            </a:r>
            <a:r>
              <a:rPr dirty="0" spc="2170"/>
              <a:t>DEVELOPMENT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65132" y="3007258"/>
            <a:ext cx="7454900" cy="696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5595" marR="117475" indent="-303530">
              <a:lnSpc>
                <a:spcPct val="116100"/>
              </a:lnSpc>
              <a:spcBef>
                <a:spcPts val="10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0" b="1">
                <a:solidFill>
                  <a:srgbClr val="000001"/>
                </a:solidFill>
                <a:latin typeface="Tahoma"/>
                <a:cs typeface="Tahoma"/>
              </a:rPr>
              <a:t>used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TensorFlow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(Keras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25" b="1">
                <a:solidFill>
                  <a:srgbClr val="000001"/>
                </a:solidFill>
                <a:latin typeface="Tahoma"/>
                <a:cs typeface="Tahoma"/>
              </a:rPr>
              <a:t>API)</a:t>
            </a:r>
            <a:r>
              <a:rPr dirty="0" sz="2800" spc="-17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for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building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the</a:t>
            </a:r>
            <a:r>
              <a:rPr dirty="0" sz="2800" spc="-1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LSTM</a:t>
            </a:r>
            <a:r>
              <a:rPr dirty="0" sz="2800" spc="-1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model.</a:t>
            </a:r>
            <a:endParaRPr sz="2800">
              <a:latin typeface="Tahoma"/>
              <a:cs typeface="Tahoma"/>
            </a:endParaRPr>
          </a:p>
          <a:p>
            <a:pPr algn="just" marL="313690" marR="308610" indent="-301625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Then,</a:t>
            </a:r>
            <a:r>
              <a:rPr dirty="0" sz="2800" spc="-18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used</a:t>
            </a:r>
            <a:r>
              <a:rPr dirty="0" sz="2800" spc="-17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XGBoost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library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for</a:t>
            </a:r>
            <a:r>
              <a:rPr dirty="0" sz="2800" spc="-17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gradient</a:t>
            </a:r>
            <a:r>
              <a:rPr dirty="0" sz="2800" spc="-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boosting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ensemble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learning.</a:t>
            </a:r>
            <a:endParaRPr sz="2800">
              <a:latin typeface="Tahoma"/>
              <a:cs typeface="Tahoma"/>
            </a:endParaRPr>
          </a:p>
          <a:p>
            <a:pPr algn="just" marL="314325" indent="-30162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314325" algn="l"/>
              </a:tabLst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trained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two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models:</a:t>
            </a:r>
            <a:endParaRPr sz="2800">
              <a:latin typeface="Tahoma"/>
              <a:cs typeface="Tahoma"/>
            </a:endParaRPr>
          </a:p>
          <a:p>
            <a:pPr algn="just" marL="313690" marR="138430" indent="-301625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LSTM: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0" b="1">
                <a:solidFill>
                  <a:srgbClr val="000001"/>
                </a:solidFill>
                <a:latin typeface="Tahoma"/>
                <a:cs typeface="Tahoma"/>
              </a:rPr>
              <a:t>Captured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long-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term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dependencies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performance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trends 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from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time-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series 	data.</a:t>
            </a:r>
            <a:endParaRPr sz="2800">
              <a:latin typeface="Tahoma"/>
              <a:cs typeface="Tahoma"/>
            </a:endParaRPr>
          </a:p>
          <a:p>
            <a:pPr marL="315595" marR="5080" indent="-303530">
              <a:lnSpc>
                <a:spcPct val="116100"/>
              </a:lnSpc>
              <a:spcBef>
                <a:spcPts val="5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XGBoost: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Captured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non-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linear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relationships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between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features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5" b="1">
                <a:solidFill>
                  <a:srgbClr val="000001"/>
                </a:solidFill>
                <a:latin typeface="Tahoma"/>
                <a:cs typeface="Tahoma"/>
              </a:rPr>
              <a:t>and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market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value.</a:t>
            </a:r>
            <a:endParaRPr sz="2800">
              <a:latin typeface="Tahoma"/>
              <a:cs typeface="Tahoma"/>
            </a:endParaRPr>
          </a:p>
          <a:p>
            <a:pPr marL="315595" marR="236220" indent="-303530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Finally,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combined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the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outputs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using</a:t>
            </a:r>
            <a:r>
              <a:rPr dirty="0" sz="2800" spc="-17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a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weighted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ensemble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approach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to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improve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accuracy.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28700" y="232546"/>
            <a:ext cx="6938645" cy="5981700"/>
            <a:chOff x="1028700" y="232546"/>
            <a:chExt cx="6938645" cy="59817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6492" y="232546"/>
              <a:ext cx="5822281" cy="59817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028700" y="2645282"/>
              <a:ext cx="6782434" cy="2991485"/>
            </a:xfrm>
            <a:custGeom>
              <a:avLst/>
              <a:gdLst/>
              <a:ahLst/>
              <a:cxnLst/>
              <a:rect l="l" t="t" r="r" b="b"/>
              <a:pathLst>
                <a:path w="6782434" h="2991485">
                  <a:moveTo>
                    <a:pt x="3544824" y="2991485"/>
                  </a:moveTo>
                  <a:lnTo>
                    <a:pt x="2773299" y="493268"/>
                  </a:lnTo>
                  <a:lnTo>
                    <a:pt x="0" y="493268"/>
                  </a:lnTo>
                  <a:lnTo>
                    <a:pt x="771525" y="2991485"/>
                  </a:lnTo>
                  <a:lnTo>
                    <a:pt x="3544824" y="2991485"/>
                  </a:lnTo>
                  <a:close/>
                </a:path>
                <a:path w="6782434" h="2991485">
                  <a:moveTo>
                    <a:pt x="6782308" y="2498217"/>
                  </a:moveTo>
                  <a:lnTo>
                    <a:pt x="6010783" y="0"/>
                  </a:lnTo>
                  <a:lnTo>
                    <a:pt x="3237484" y="0"/>
                  </a:lnTo>
                  <a:lnTo>
                    <a:pt x="4009009" y="2498217"/>
                  </a:lnTo>
                  <a:lnTo>
                    <a:pt x="6782308" y="24982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1812925"/>
              <a:ext cx="3695573" cy="338302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0354" y="1028700"/>
              <a:ext cx="3856481" cy="35302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88481" y="2772292"/>
            <a:ext cx="5006975" cy="3263265"/>
          </a:xfrm>
          <a:custGeom>
            <a:avLst/>
            <a:gdLst/>
            <a:ahLst/>
            <a:cxnLst/>
            <a:rect l="l" t="t" r="r" b="b"/>
            <a:pathLst>
              <a:path w="5006975" h="3263265">
                <a:moveTo>
                  <a:pt x="2443042" y="602465"/>
                </a:moveTo>
                <a:lnTo>
                  <a:pt x="2352041" y="575848"/>
                </a:lnTo>
                <a:lnTo>
                  <a:pt x="2360200" y="565002"/>
                </a:lnTo>
                <a:lnTo>
                  <a:pt x="2364890" y="566374"/>
                </a:lnTo>
                <a:lnTo>
                  <a:pt x="2373230" y="555581"/>
                </a:lnTo>
                <a:lnTo>
                  <a:pt x="2378893" y="557238"/>
                </a:lnTo>
                <a:lnTo>
                  <a:pt x="2388311" y="546760"/>
                </a:lnTo>
                <a:lnTo>
                  <a:pt x="2394394" y="548540"/>
                </a:lnTo>
                <a:lnTo>
                  <a:pt x="2445127" y="523682"/>
                </a:lnTo>
                <a:lnTo>
                  <a:pt x="2488218" y="509822"/>
                </a:lnTo>
                <a:lnTo>
                  <a:pt x="2533328" y="496553"/>
                </a:lnTo>
                <a:lnTo>
                  <a:pt x="2576638" y="495989"/>
                </a:lnTo>
                <a:lnTo>
                  <a:pt x="2667536" y="496112"/>
                </a:lnTo>
                <a:lnTo>
                  <a:pt x="2845068" y="548039"/>
                </a:lnTo>
                <a:lnTo>
                  <a:pt x="2968260" y="623769"/>
                </a:lnTo>
                <a:lnTo>
                  <a:pt x="2702080" y="545912"/>
                </a:lnTo>
                <a:lnTo>
                  <a:pt x="2634619" y="552644"/>
                </a:lnTo>
                <a:lnTo>
                  <a:pt x="2605091" y="544007"/>
                </a:lnTo>
                <a:lnTo>
                  <a:pt x="2587631" y="552132"/>
                </a:lnTo>
                <a:lnTo>
                  <a:pt x="2574290" y="548230"/>
                </a:lnTo>
                <a:lnTo>
                  <a:pt x="2557564" y="556570"/>
                </a:lnTo>
                <a:lnTo>
                  <a:pt x="2541134" y="564997"/>
                </a:lnTo>
                <a:lnTo>
                  <a:pt x="2528595" y="561329"/>
                </a:lnTo>
                <a:lnTo>
                  <a:pt x="2512843" y="569954"/>
                </a:lnTo>
                <a:lnTo>
                  <a:pt x="2494352" y="577777"/>
                </a:lnTo>
                <a:lnTo>
                  <a:pt x="2476567" y="585807"/>
                </a:lnTo>
                <a:lnTo>
                  <a:pt x="2459470" y="594038"/>
                </a:lnTo>
                <a:lnTo>
                  <a:pt x="2443042" y="602465"/>
                </a:lnTo>
                <a:close/>
              </a:path>
              <a:path w="5006975" h="3263265">
                <a:moveTo>
                  <a:pt x="2654134" y="2238833"/>
                </a:moveTo>
                <a:lnTo>
                  <a:pt x="2537746" y="2204789"/>
                </a:lnTo>
                <a:lnTo>
                  <a:pt x="2553063" y="2196037"/>
                </a:lnTo>
                <a:lnTo>
                  <a:pt x="2564700" y="2199441"/>
                </a:lnTo>
                <a:lnTo>
                  <a:pt x="2579787" y="2190622"/>
                </a:lnTo>
                <a:lnTo>
                  <a:pt x="2623766" y="2177021"/>
                </a:lnTo>
                <a:lnTo>
                  <a:pt x="2669602" y="2150732"/>
                </a:lnTo>
                <a:lnTo>
                  <a:pt x="2713569" y="2123896"/>
                </a:lnTo>
                <a:lnTo>
                  <a:pt x="2755508" y="2096467"/>
                </a:lnTo>
                <a:lnTo>
                  <a:pt x="2795258" y="2068397"/>
                </a:lnTo>
                <a:lnTo>
                  <a:pt x="2832658" y="2039640"/>
                </a:lnTo>
                <a:lnTo>
                  <a:pt x="2867548" y="2010149"/>
                </a:lnTo>
                <a:lnTo>
                  <a:pt x="2903048" y="1967604"/>
                </a:lnTo>
                <a:lnTo>
                  <a:pt x="2932770" y="1936601"/>
                </a:lnTo>
                <a:lnTo>
                  <a:pt x="2963865" y="1892768"/>
                </a:lnTo>
                <a:lnTo>
                  <a:pt x="2992787" y="1848299"/>
                </a:lnTo>
                <a:lnTo>
                  <a:pt x="3019555" y="1803200"/>
                </a:lnTo>
                <a:lnTo>
                  <a:pt x="3044189" y="1757477"/>
                </a:lnTo>
                <a:lnTo>
                  <a:pt x="3066706" y="1711135"/>
                </a:lnTo>
                <a:lnTo>
                  <a:pt x="3087127" y="1664179"/>
                </a:lnTo>
                <a:lnTo>
                  <a:pt x="3105470" y="1616616"/>
                </a:lnTo>
                <a:lnTo>
                  <a:pt x="3121755" y="1568451"/>
                </a:lnTo>
                <a:lnTo>
                  <a:pt x="3136002" y="1519690"/>
                </a:lnTo>
                <a:lnTo>
                  <a:pt x="3148228" y="1470337"/>
                </a:lnTo>
                <a:lnTo>
                  <a:pt x="3158453" y="1420400"/>
                </a:lnTo>
                <a:lnTo>
                  <a:pt x="3166697" y="1369883"/>
                </a:lnTo>
                <a:lnTo>
                  <a:pt x="3169414" y="1330981"/>
                </a:lnTo>
                <a:lnTo>
                  <a:pt x="3173752" y="1279321"/>
                </a:lnTo>
                <a:lnTo>
                  <a:pt x="3176166" y="1227099"/>
                </a:lnTo>
                <a:lnTo>
                  <a:pt x="3176676" y="1174319"/>
                </a:lnTo>
                <a:lnTo>
                  <a:pt x="3175300" y="1120988"/>
                </a:lnTo>
                <a:lnTo>
                  <a:pt x="3167966" y="1079147"/>
                </a:lnTo>
                <a:lnTo>
                  <a:pt x="3161731" y="1024394"/>
                </a:lnTo>
                <a:lnTo>
                  <a:pt x="3149402" y="981092"/>
                </a:lnTo>
                <a:lnTo>
                  <a:pt x="3138053" y="924844"/>
                </a:lnTo>
                <a:lnTo>
                  <a:pt x="3120491" y="880011"/>
                </a:lnTo>
                <a:lnTo>
                  <a:pt x="3100224" y="834386"/>
                </a:lnTo>
                <a:lnTo>
                  <a:pt x="3077192" y="787953"/>
                </a:lnTo>
                <a:lnTo>
                  <a:pt x="3047769" y="752883"/>
                </a:lnTo>
                <a:lnTo>
                  <a:pt x="3015462" y="716969"/>
                </a:lnTo>
                <a:lnTo>
                  <a:pt x="2981845" y="680671"/>
                </a:lnTo>
                <a:lnTo>
                  <a:pt x="2945334" y="643528"/>
                </a:lnTo>
                <a:lnTo>
                  <a:pt x="2859131" y="591849"/>
                </a:lnTo>
                <a:lnTo>
                  <a:pt x="2968260" y="623769"/>
                </a:lnTo>
                <a:lnTo>
                  <a:pt x="3008109" y="648657"/>
                </a:lnTo>
                <a:lnTo>
                  <a:pt x="3043362" y="685433"/>
                </a:lnTo>
                <a:lnTo>
                  <a:pt x="3080895" y="709643"/>
                </a:lnTo>
                <a:lnTo>
                  <a:pt x="3113323" y="745593"/>
                </a:lnTo>
                <a:lnTo>
                  <a:pt x="3143957" y="781017"/>
                </a:lnTo>
                <a:lnTo>
                  <a:pt x="3172543" y="815843"/>
                </a:lnTo>
                <a:lnTo>
                  <a:pt x="3198827" y="849995"/>
                </a:lnTo>
                <a:lnTo>
                  <a:pt x="3222555" y="883400"/>
                </a:lnTo>
                <a:lnTo>
                  <a:pt x="3246064" y="929973"/>
                </a:lnTo>
                <a:lnTo>
                  <a:pt x="3270891" y="963699"/>
                </a:lnTo>
                <a:lnTo>
                  <a:pt x="3289896" y="1008954"/>
                </a:lnTo>
                <a:lnTo>
                  <a:pt x="3295476" y="1023818"/>
                </a:lnTo>
                <a:lnTo>
                  <a:pt x="3224506" y="1003060"/>
                </a:lnTo>
                <a:lnTo>
                  <a:pt x="3236602" y="1046294"/>
                </a:lnTo>
                <a:lnTo>
                  <a:pt x="3242866" y="1101055"/>
                </a:lnTo>
                <a:lnTo>
                  <a:pt x="3250481" y="1142979"/>
                </a:lnTo>
                <a:lnTo>
                  <a:pt x="3252369" y="1196459"/>
                </a:lnTo>
                <a:lnTo>
                  <a:pt x="3252148" y="1249323"/>
                </a:lnTo>
                <a:lnTo>
                  <a:pt x="3253436" y="1289396"/>
                </a:lnTo>
                <a:lnTo>
                  <a:pt x="3249154" y="1341073"/>
                </a:lnTo>
                <a:lnTo>
                  <a:pt x="3242922" y="1392178"/>
                </a:lnTo>
                <a:lnTo>
                  <a:pt x="3234790" y="1442728"/>
                </a:lnTo>
                <a:lnTo>
                  <a:pt x="3224812" y="1492738"/>
                </a:lnTo>
                <a:lnTo>
                  <a:pt x="3213040" y="1542223"/>
                </a:lnTo>
                <a:lnTo>
                  <a:pt x="3199527" y="1591199"/>
                </a:lnTo>
                <a:lnTo>
                  <a:pt x="3187891" y="1627492"/>
                </a:lnTo>
                <a:lnTo>
                  <a:pt x="3171053" y="1675496"/>
                </a:lnTo>
                <a:lnTo>
                  <a:pt x="3152632" y="1723036"/>
                </a:lnTo>
                <a:lnTo>
                  <a:pt x="3134585" y="1764907"/>
                </a:lnTo>
                <a:lnTo>
                  <a:pt x="3131558" y="1769800"/>
                </a:lnTo>
                <a:lnTo>
                  <a:pt x="3217250" y="1794865"/>
                </a:lnTo>
                <a:lnTo>
                  <a:pt x="3203901" y="1817425"/>
                </a:lnTo>
                <a:lnTo>
                  <a:pt x="3174778" y="1861835"/>
                </a:lnTo>
                <a:lnTo>
                  <a:pt x="3141175" y="1904935"/>
                </a:lnTo>
                <a:lnTo>
                  <a:pt x="3108971" y="1935211"/>
                </a:lnTo>
                <a:lnTo>
                  <a:pt x="3071113" y="1977066"/>
                </a:lnTo>
                <a:lnTo>
                  <a:pt x="3031242" y="2018333"/>
                </a:lnTo>
                <a:lnTo>
                  <a:pt x="2993002" y="2046844"/>
                </a:lnTo>
                <a:lnTo>
                  <a:pt x="2949339" y="2087001"/>
                </a:lnTo>
                <a:lnTo>
                  <a:pt x="2907460" y="2114448"/>
                </a:lnTo>
                <a:lnTo>
                  <a:pt x="2863878" y="2141397"/>
                </a:lnTo>
                <a:lnTo>
                  <a:pt x="2818669" y="2167870"/>
                </a:lnTo>
                <a:lnTo>
                  <a:pt x="2775477" y="2181700"/>
                </a:lnTo>
                <a:lnTo>
                  <a:pt x="2727248" y="2207290"/>
                </a:lnTo>
                <a:lnTo>
                  <a:pt x="2691283" y="2223234"/>
                </a:lnTo>
                <a:lnTo>
                  <a:pt x="2654134" y="2238833"/>
                </a:lnTo>
                <a:close/>
              </a:path>
              <a:path w="5006975" h="3263265">
                <a:moveTo>
                  <a:pt x="1915198" y="2327034"/>
                </a:moveTo>
                <a:lnTo>
                  <a:pt x="1667308" y="2254527"/>
                </a:lnTo>
                <a:lnTo>
                  <a:pt x="1769468" y="2257944"/>
                </a:lnTo>
                <a:lnTo>
                  <a:pt x="1522027" y="2185568"/>
                </a:lnTo>
                <a:lnTo>
                  <a:pt x="1477275" y="2159246"/>
                </a:lnTo>
                <a:lnTo>
                  <a:pt x="1429360" y="2145231"/>
                </a:lnTo>
                <a:lnTo>
                  <a:pt x="1342138" y="2093255"/>
                </a:lnTo>
                <a:lnTo>
                  <a:pt x="1734493" y="2208018"/>
                </a:lnTo>
                <a:lnTo>
                  <a:pt x="1787204" y="2210204"/>
                </a:lnTo>
                <a:lnTo>
                  <a:pt x="1836589" y="2224648"/>
                </a:lnTo>
                <a:lnTo>
                  <a:pt x="1889785" y="2226976"/>
                </a:lnTo>
                <a:lnTo>
                  <a:pt x="1938883" y="2241337"/>
                </a:lnTo>
                <a:lnTo>
                  <a:pt x="2296837" y="2253413"/>
                </a:lnTo>
                <a:lnTo>
                  <a:pt x="2400641" y="2230847"/>
                </a:lnTo>
                <a:lnTo>
                  <a:pt x="2367990" y="2194833"/>
                </a:lnTo>
                <a:lnTo>
                  <a:pt x="2336706" y="2159218"/>
                </a:lnTo>
                <a:lnTo>
                  <a:pt x="2306771" y="2123997"/>
                </a:lnTo>
                <a:lnTo>
                  <a:pt x="2281730" y="2076977"/>
                </a:lnTo>
                <a:lnTo>
                  <a:pt x="2258001" y="2030339"/>
                </a:lnTo>
                <a:lnTo>
                  <a:pt x="2231999" y="1996270"/>
                </a:lnTo>
                <a:lnTo>
                  <a:pt x="2210837" y="1950383"/>
                </a:lnTo>
                <a:lnTo>
                  <a:pt x="2190930" y="1904864"/>
                </a:lnTo>
                <a:lnTo>
                  <a:pt x="2172261" y="1859707"/>
                </a:lnTo>
                <a:lnTo>
                  <a:pt x="2154810" y="1814907"/>
                </a:lnTo>
                <a:lnTo>
                  <a:pt x="2142125" y="1758268"/>
                </a:lnTo>
                <a:lnTo>
                  <a:pt x="2127057" y="1714164"/>
                </a:lnTo>
                <a:lnTo>
                  <a:pt x="2113151" y="1670400"/>
                </a:lnTo>
                <a:lnTo>
                  <a:pt x="2103956" y="1614782"/>
                </a:lnTo>
                <a:lnTo>
                  <a:pt x="2092321" y="1571683"/>
                </a:lnTo>
                <a:lnTo>
                  <a:pt x="2085359" y="1516718"/>
                </a:lnTo>
                <a:lnTo>
                  <a:pt x="2077920" y="1474845"/>
                </a:lnTo>
                <a:lnTo>
                  <a:pt x="2074907" y="1421035"/>
                </a:lnTo>
                <a:lnTo>
                  <a:pt x="2069330" y="1379708"/>
                </a:lnTo>
                <a:lnTo>
                  <a:pt x="2068462" y="1326525"/>
                </a:lnTo>
                <a:lnTo>
                  <a:pt x="2068878" y="1273719"/>
                </a:lnTo>
                <a:lnTo>
                  <a:pt x="2067154" y="1233518"/>
                </a:lnTo>
                <a:lnTo>
                  <a:pt x="2070562" y="1181586"/>
                </a:lnTo>
                <a:lnTo>
                  <a:pt x="2075677" y="1130154"/>
                </a:lnTo>
                <a:lnTo>
                  <a:pt x="2082642" y="1079263"/>
                </a:lnTo>
                <a:lnTo>
                  <a:pt x="2091596" y="1028953"/>
                </a:lnTo>
                <a:lnTo>
                  <a:pt x="2099117" y="991457"/>
                </a:lnTo>
                <a:lnTo>
                  <a:pt x="2112475" y="942435"/>
                </a:lnTo>
                <a:lnTo>
                  <a:pt x="2128247" y="894120"/>
                </a:lnTo>
                <a:lnTo>
                  <a:pt x="2146573" y="846552"/>
                </a:lnTo>
                <a:lnTo>
                  <a:pt x="2167596" y="799772"/>
                </a:lnTo>
                <a:lnTo>
                  <a:pt x="2187890" y="766012"/>
                </a:lnTo>
                <a:lnTo>
                  <a:pt x="2214727" y="720934"/>
                </a:lnTo>
                <a:lnTo>
                  <a:pt x="2241119" y="688957"/>
                </a:lnTo>
                <a:lnTo>
                  <a:pt x="2274336" y="645744"/>
                </a:lnTo>
                <a:lnTo>
                  <a:pt x="2307390" y="615716"/>
                </a:lnTo>
                <a:lnTo>
                  <a:pt x="2347552" y="574535"/>
                </a:lnTo>
                <a:lnTo>
                  <a:pt x="2441513" y="602018"/>
                </a:lnTo>
                <a:lnTo>
                  <a:pt x="2436215" y="613701"/>
                </a:lnTo>
                <a:lnTo>
                  <a:pt x="2433973" y="613045"/>
                </a:lnTo>
                <a:lnTo>
                  <a:pt x="2398284" y="642302"/>
                </a:lnTo>
                <a:lnTo>
                  <a:pt x="2368056" y="673157"/>
                </a:lnTo>
                <a:lnTo>
                  <a:pt x="2339035" y="717597"/>
                </a:lnTo>
                <a:lnTo>
                  <a:pt x="2314405" y="763321"/>
                </a:lnTo>
                <a:lnTo>
                  <a:pt x="2297347" y="798028"/>
                </a:lnTo>
                <a:lnTo>
                  <a:pt x="2280348" y="845985"/>
                </a:lnTo>
                <a:lnTo>
                  <a:pt x="2266591" y="894889"/>
                </a:lnTo>
                <a:lnTo>
                  <a:pt x="2252127" y="956819"/>
                </a:lnTo>
                <a:lnTo>
                  <a:pt x="2243704" y="1007284"/>
                </a:lnTo>
                <a:lnTo>
                  <a:pt x="2237375" y="1058361"/>
                </a:lnTo>
                <a:lnTo>
                  <a:pt x="2232755" y="1109938"/>
                </a:lnTo>
                <a:lnTo>
                  <a:pt x="2229463" y="1161904"/>
                </a:lnTo>
                <a:lnTo>
                  <a:pt x="2151961" y="1139235"/>
                </a:lnTo>
                <a:lnTo>
                  <a:pt x="2148107" y="1177804"/>
                </a:lnTo>
                <a:lnTo>
                  <a:pt x="2142227" y="1229012"/>
                </a:lnTo>
                <a:lnTo>
                  <a:pt x="2141344" y="1268451"/>
                </a:lnTo>
                <a:lnTo>
                  <a:pt x="2141790" y="1308277"/>
                </a:lnTo>
                <a:lnTo>
                  <a:pt x="2141764" y="1361198"/>
                </a:lnTo>
                <a:lnTo>
                  <a:pt x="2142885" y="1414455"/>
                </a:lnTo>
                <a:lnTo>
                  <a:pt x="2148736" y="1455862"/>
                </a:lnTo>
                <a:lnTo>
                  <a:pt x="2152203" y="1509805"/>
                </a:lnTo>
                <a:lnTo>
                  <a:pt x="2160432" y="1551908"/>
                </a:lnTo>
                <a:lnTo>
                  <a:pt x="2166310" y="1606556"/>
                </a:lnTo>
                <a:lnTo>
                  <a:pt x="2176984" y="1649375"/>
                </a:lnTo>
                <a:lnTo>
                  <a:pt x="2185341" y="1704748"/>
                </a:lnTo>
                <a:lnTo>
                  <a:pt x="2198526" y="1748301"/>
                </a:lnTo>
                <a:lnTo>
                  <a:pt x="2212992" y="1792228"/>
                </a:lnTo>
                <a:lnTo>
                  <a:pt x="2225190" y="1848725"/>
                </a:lnTo>
                <a:lnTo>
                  <a:pt x="2242266" y="1893416"/>
                </a:lnTo>
                <a:lnTo>
                  <a:pt x="2260673" y="1938496"/>
                </a:lnTo>
                <a:lnTo>
                  <a:pt x="2280427" y="1983970"/>
                </a:lnTo>
                <a:lnTo>
                  <a:pt x="2301544" y="2029844"/>
                </a:lnTo>
                <a:lnTo>
                  <a:pt x="2327606" y="2063931"/>
                </a:lnTo>
                <a:lnTo>
                  <a:pt x="2351499" y="2110616"/>
                </a:lnTo>
                <a:lnTo>
                  <a:pt x="2380371" y="2145525"/>
                </a:lnTo>
                <a:lnTo>
                  <a:pt x="2407108" y="2193042"/>
                </a:lnTo>
                <a:lnTo>
                  <a:pt x="2438856" y="2228793"/>
                </a:lnTo>
                <a:lnTo>
                  <a:pt x="2576740" y="2269123"/>
                </a:lnTo>
                <a:lnTo>
                  <a:pt x="2616891" y="2294100"/>
                </a:lnTo>
                <a:lnTo>
                  <a:pt x="2541175" y="2271953"/>
                </a:lnTo>
                <a:lnTo>
                  <a:pt x="2527729" y="2281252"/>
                </a:lnTo>
                <a:lnTo>
                  <a:pt x="2517801" y="2278348"/>
                </a:lnTo>
                <a:lnTo>
                  <a:pt x="2504250" y="2287617"/>
                </a:lnTo>
                <a:lnTo>
                  <a:pt x="2504898" y="2287806"/>
                </a:lnTo>
                <a:lnTo>
                  <a:pt x="2523142" y="2306375"/>
                </a:lnTo>
                <a:lnTo>
                  <a:pt x="2457104" y="2287059"/>
                </a:lnTo>
                <a:lnTo>
                  <a:pt x="2417942" y="2302068"/>
                </a:lnTo>
                <a:lnTo>
                  <a:pt x="2309852" y="2310149"/>
                </a:lnTo>
                <a:lnTo>
                  <a:pt x="2259549" y="2321899"/>
                </a:lnTo>
                <a:lnTo>
                  <a:pt x="2164394" y="2320531"/>
                </a:lnTo>
                <a:lnTo>
                  <a:pt x="2112500" y="2331816"/>
                </a:lnTo>
                <a:lnTo>
                  <a:pt x="1915198" y="2327034"/>
                </a:lnTo>
                <a:close/>
              </a:path>
              <a:path w="5006975" h="3263265">
                <a:moveTo>
                  <a:pt x="137382" y="205939"/>
                </a:moveTo>
                <a:lnTo>
                  <a:pt x="62985" y="184178"/>
                </a:lnTo>
                <a:lnTo>
                  <a:pt x="59241" y="143386"/>
                </a:lnTo>
                <a:lnTo>
                  <a:pt x="59520" y="90539"/>
                </a:lnTo>
                <a:lnTo>
                  <a:pt x="56684" y="50014"/>
                </a:lnTo>
                <a:lnTo>
                  <a:pt x="54292" y="9617"/>
                </a:lnTo>
                <a:lnTo>
                  <a:pt x="66648" y="0"/>
                </a:lnTo>
                <a:lnTo>
                  <a:pt x="92311" y="7506"/>
                </a:lnTo>
                <a:lnTo>
                  <a:pt x="116843" y="27914"/>
                </a:lnTo>
                <a:lnTo>
                  <a:pt x="129369" y="44810"/>
                </a:lnTo>
                <a:lnTo>
                  <a:pt x="130021" y="97929"/>
                </a:lnTo>
                <a:lnTo>
                  <a:pt x="134848" y="139037"/>
                </a:lnTo>
                <a:lnTo>
                  <a:pt x="136743" y="192520"/>
                </a:lnTo>
                <a:lnTo>
                  <a:pt x="137382" y="205939"/>
                </a:lnTo>
                <a:close/>
              </a:path>
              <a:path w="5006975" h="3263265">
                <a:moveTo>
                  <a:pt x="3217250" y="1794865"/>
                </a:moveTo>
                <a:lnTo>
                  <a:pt x="3132374" y="1770039"/>
                </a:lnTo>
                <a:lnTo>
                  <a:pt x="3134585" y="1764907"/>
                </a:lnTo>
                <a:lnTo>
                  <a:pt x="3159283" y="1724981"/>
                </a:lnTo>
                <a:lnTo>
                  <a:pt x="3184412" y="1679403"/>
                </a:lnTo>
                <a:lnTo>
                  <a:pt x="3206851" y="1633038"/>
                </a:lnTo>
                <a:lnTo>
                  <a:pt x="3226504" y="1585858"/>
                </a:lnTo>
                <a:lnTo>
                  <a:pt x="3243277" y="1537835"/>
                </a:lnTo>
                <a:lnTo>
                  <a:pt x="3246726" y="1525612"/>
                </a:lnTo>
                <a:lnTo>
                  <a:pt x="3250176" y="1513389"/>
                </a:lnTo>
                <a:lnTo>
                  <a:pt x="3253626" y="1501166"/>
                </a:lnTo>
                <a:lnTo>
                  <a:pt x="3257075" y="1488943"/>
                </a:lnTo>
                <a:lnTo>
                  <a:pt x="3267804" y="1439153"/>
                </a:lnTo>
                <a:lnTo>
                  <a:pt x="3275370" y="1388437"/>
                </a:lnTo>
                <a:lnTo>
                  <a:pt x="3279677" y="1336768"/>
                </a:lnTo>
                <a:lnTo>
                  <a:pt x="3280630" y="1284119"/>
                </a:lnTo>
                <a:lnTo>
                  <a:pt x="3278136" y="1230460"/>
                </a:lnTo>
                <a:lnTo>
                  <a:pt x="3271647" y="1188866"/>
                </a:lnTo>
                <a:lnTo>
                  <a:pt x="3262551" y="1146509"/>
                </a:lnTo>
                <a:lnTo>
                  <a:pt x="3254546" y="1091239"/>
                </a:lnTo>
                <a:lnTo>
                  <a:pt x="3240631" y="1047473"/>
                </a:lnTo>
                <a:lnTo>
                  <a:pt x="3224506" y="1003060"/>
                </a:lnTo>
                <a:lnTo>
                  <a:pt x="3295476" y="1023818"/>
                </a:lnTo>
                <a:lnTo>
                  <a:pt x="3306636" y="1053547"/>
                </a:lnTo>
                <a:lnTo>
                  <a:pt x="3321102" y="1097474"/>
                </a:lnTo>
                <a:lnTo>
                  <a:pt x="3329719" y="1152923"/>
                </a:lnTo>
                <a:lnTo>
                  <a:pt x="3339609" y="1195513"/>
                </a:lnTo>
                <a:lnTo>
                  <a:pt x="3347198" y="1237429"/>
                </a:lnTo>
                <a:lnTo>
                  <a:pt x="3352478" y="1278670"/>
                </a:lnTo>
                <a:lnTo>
                  <a:pt x="3351873" y="1331421"/>
                </a:lnTo>
                <a:lnTo>
                  <a:pt x="3352506" y="1371303"/>
                </a:lnTo>
                <a:lnTo>
                  <a:pt x="3347238" y="1422690"/>
                </a:lnTo>
                <a:lnTo>
                  <a:pt x="3339623" y="1473392"/>
                </a:lnTo>
                <a:lnTo>
                  <a:pt x="3333220" y="1511215"/>
                </a:lnTo>
                <a:lnTo>
                  <a:pt x="3320888" y="1560537"/>
                </a:lnTo>
                <a:lnTo>
                  <a:pt x="3317212" y="1572693"/>
                </a:lnTo>
                <a:lnTo>
                  <a:pt x="3313536" y="1584850"/>
                </a:lnTo>
                <a:lnTo>
                  <a:pt x="3309860" y="1597007"/>
                </a:lnTo>
                <a:lnTo>
                  <a:pt x="3306184" y="1609164"/>
                </a:lnTo>
                <a:lnTo>
                  <a:pt x="3292665" y="1644906"/>
                </a:lnTo>
                <a:lnTo>
                  <a:pt x="3273190" y="1692138"/>
                </a:lnTo>
                <a:lnTo>
                  <a:pt x="3251316" y="1738669"/>
                </a:lnTo>
                <a:lnTo>
                  <a:pt x="3230600" y="1772306"/>
                </a:lnTo>
                <a:lnTo>
                  <a:pt x="3217250" y="1794865"/>
                </a:lnTo>
                <a:close/>
              </a:path>
              <a:path w="5006975" h="3263265">
                <a:moveTo>
                  <a:pt x="1767827" y="2310393"/>
                </a:moveTo>
                <a:lnTo>
                  <a:pt x="1344503" y="2186571"/>
                </a:lnTo>
                <a:lnTo>
                  <a:pt x="1086514" y="2031717"/>
                </a:lnTo>
                <a:lnTo>
                  <a:pt x="1047444" y="1993825"/>
                </a:lnTo>
                <a:lnTo>
                  <a:pt x="962984" y="1942656"/>
                </a:lnTo>
                <a:lnTo>
                  <a:pt x="924765" y="1905013"/>
                </a:lnTo>
                <a:lnTo>
                  <a:pt x="883307" y="1879655"/>
                </a:lnTo>
                <a:lnTo>
                  <a:pt x="808579" y="1804868"/>
                </a:lnTo>
                <a:lnTo>
                  <a:pt x="768220" y="1779831"/>
                </a:lnTo>
                <a:lnTo>
                  <a:pt x="695875" y="1705742"/>
                </a:lnTo>
                <a:lnTo>
                  <a:pt x="590774" y="1595607"/>
                </a:lnTo>
                <a:lnTo>
                  <a:pt x="523224" y="1522921"/>
                </a:lnTo>
                <a:lnTo>
                  <a:pt x="493831" y="1474627"/>
                </a:lnTo>
                <a:lnTo>
                  <a:pt x="429651" y="1402926"/>
                </a:lnTo>
                <a:lnTo>
                  <a:pt x="402036" y="1355152"/>
                </a:lnTo>
                <a:lnTo>
                  <a:pt x="371489" y="1319753"/>
                </a:lnTo>
                <a:lnTo>
                  <a:pt x="344941" y="1272291"/>
                </a:lnTo>
                <a:lnTo>
                  <a:pt x="319114" y="1225041"/>
                </a:lnTo>
                <a:lnTo>
                  <a:pt x="290471" y="1190198"/>
                </a:lnTo>
                <a:lnTo>
                  <a:pt x="266167" y="1143393"/>
                </a:lnTo>
                <a:lnTo>
                  <a:pt x="242667" y="1096823"/>
                </a:lnTo>
                <a:lnTo>
                  <a:pt x="216431" y="1062685"/>
                </a:lnTo>
                <a:lnTo>
                  <a:pt x="194617" y="1016608"/>
                </a:lnTo>
                <a:lnTo>
                  <a:pt x="173687" y="970789"/>
                </a:lnTo>
                <a:lnTo>
                  <a:pt x="153669" y="925238"/>
                </a:lnTo>
                <a:lnTo>
                  <a:pt x="134588" y="879960"/>
                </a:lnTo>
                <a:lnTo>
                  <a:pt x="116473" y="834965"/>
                </a:lnTo>
                <a:lnTo>
                  <a:pt x="99351" y="790261"/>
                </a:lnTo>
                <a:lnTo>
                  <a:pt x="83249" y="745854"/>
                </a:lnTo>
                <a:lnTo>
                  <a:pt x="71758" y="689565"/>
                </a:lnTo>
                <a:lnTo>
                  <a:pt x="57777" y="645779"/>
                </a:lnTo>
                <a:lnTo>
                  <a:pt x="44897" y="602315"/>
                </a:lnTo>
                <a:lnTo>
                  <a:pt x="36710" y="546992"/>
                </a:lnTo>
                <a:lnTo>
                  <a:pt x="26114" y="504197"/>
                </a:lnTo>
                <a:lnTo>
                  <a:pt x="20266" y="449557"/>
                </a:lnTo>
                <a:lnTo>
                  <a:pt x="16825" y="395622"/>
                </a:lnTo>
                <a:lnTo>
                  <a:pt x="10676" y="354128"/>
                </a:lnTo>
                <a:lnTo>
                  <a:pt x="8861" y="300668"/>
                </a:lnTo>
                <a:lnTo>
                  <a:pt x="4159" y="259596"/>
                </a:lnTo>
                <a:lnTo>
                  <a:pt x="3612" y="206508"/>
                </a:lnTo>
                <a:lnTo>
                  <a:pt x="0" y="165755"/>
                </a:lnTo>
                <a:lnTo>
                  <a:pt x="8079" y="154886"/>
                </a:lnTo>
                <a:lnTo>
                  <a:pt x="45774" y="165912"/>
                </a:lnTo>
                <a:lnTo>
                  <a:pt x="62985" y="184178"/>
                </a:lnTo>
                <a:lnTo>
                  <a:pt x="137382" y="205939"/>
                </a:lnTo>
                <a:lnTo>
                  <a:pt x="139298" y="246196"/>
                </a:lnTo>
                <a:lnTo>
                  <a:pt x="146102" y="287882"/>
                </a:lnTo>
                <a:lnTo>
                  <a:pt x="150051" y="341966"/>
                </a:lnTo>
                <a:lnTo>
                  <a:pt x="158300" y="384075"/>
                </a:lnTo>
                <a:lnTo>
                  <a:pt x="161022" y="411335"/>
                </a:lnTo>
                <a:lnTo>
                  <a:pt x="85540" y="389257"/>
                </a:lnTo>
                <a:lnTo>
                  <a:pt x="93289" y="431220"/>
                </a:lnTo>
                <a:lnTo>
                  <a:pt x="98368" y="485634"/>
                </a:lnTo>
                <a:lnTo>
                  <a:pt x="104397" y="540326"/>
                </a:lnTo>
                <a:lnTo>
                  <a:pt x="114995" y="583122"/>
                </a:lnTo>
                <a:lnTo>
                  <a:pt x="123087" y="638418"/>
                </a:lnTo>
                <a:lnTo>
                  <a:pt x="135858" y="681850"/>
                </a:lnTo>
                <a:lnTo>
                  <a:pt x="146233" y="737813"/>
                </a:lnTo>
                <a:lnTo>
                  <a:pt x="161396" y="781945"/>
                </a:lnTo>
                <a:lnTo>
                  <a:pt x="177839" y="826450"/>
                </a:lnTo>
                <a:lnTo>
                  <a:pt x="192049" y="883535"/>
                </a:lnTo>
                <a:lnTo>
                  <a:pt x="211213" y="928837"/>
                </a:lnTo>
                <a:lnTo>
                  <a:pt x="231820" y="974561"/>
                </a:lnTo>
                <a:lnTo>
                  <a:pt x="253925" y="1020723"/>
                </a:lnTo>
                <a:lnTo>
                  <a:pt x="301490" y="1114029"/>
                </a:lnTo>
                <a:lnTo>
                  <a:pt x="326029" y="1160902"/>
                </a:lnTo>
                <a:lnTo>
                  <a:pt x="354751" y="1195768"/>
                </a:lnTo>
                <a:lnTo>
                  <a:pt x="380517" y="1243001"/>
                </a:lnTo>
                <a:lnTo>
                  <a:pt x="406880" y="1290408"/>
                </a:lnTo>
                <a:lnTo>
                  <a:pt x="437395" y="1325798"/>
                </a:lnTo>
                <a:lnTo>
                  <a:pt x="464922" y="1373546"/>
                </a:lnTo>
                <a:lnTo>
                  <a:pt x="496578" y="1409270"/>
                </a:lnTo>
                <a:lnTo>
                  <a:pt x="525224" y="1457345"/>
                </a:lnTo>
                <a:lnTo>
                  <a:pt x="591267" y="1529591"/>
                </a:lnTo>
                <a:lnTo>
                  <a:pt x="625077" y="1565945"/>
                </a:lnTo>
                <a:lnTo>
                  <a:pt x="655833" y="1614637"/>
                </a:lnTo>
                <a:lnTo>
                  <a:pt x="761759" y="1725013"/>
                </a:lnTo>
                <a:lnTo>
                  <a:pt x="801583" y="1749894"/>
                </a:lnTo>
                <a:lnTo>
                  <a:pt x="913064" y="1861894"/>
                </a:lnTo>
                <a:lnTo>
                  <a:pt x="954654" y="1887291"/>
                </a:lnTo>
                <a:lnTo>
                  <a:pt x="992238" y="1924749"/>
                </a:lnTo>
                <a:lnTo>
                  <a:pt x="1034007" y="1950198"/>
                </a:lnTo>
                <a:lnTo>
                  <a:pt x="1072771" y="1988001"/>
                </a:lnTo>
                <a:lnTo>
                  <a:pt x="1379868" y="2170451"/>
                </a:lnTo>
                <a:lnTo>
                  <a:pt x="1915198" y="2327034"/>
                </a:lnTo>
                <a:lnTo>
                  <a:pt x="1865094" y="2325611"/>
                </a:lnTo>
                <a:lnTo>
                  <a:pt x="1818333" y="2311933"/>
                </a:lnTo>
                <a:lnTo>
                  <a:pt x="1767827" y="2310393"/>
                </a:lnTo>
                <a:close/>
              </a:path>
              <a:path w="5006975" h="3263265">
                <a:moveTo>
                  <a:pt x="1540118" y="2151163"/>
                </a:moveTo>
                <a:lnTo>
                  <a:pt x="1295835" y="2079711"/>
                </a:lnTo>
                <a:lnTo>
                  <a:pt x="1126090" y="1977132"/>
                </a:lnTo>
                <a:lnTo>
                  <a:pt x="1087829" y="1939477"/>
                </a:lnTo>
                <a:lnTo>
                  <a:pt x="1005357" y="1888890"/>
                </a:lnTo>
                <a:lnTo>
                  <a:pt x="968300" y="1851587"/>
                </a:lnTo>
                <a:lnTo>
                  <a:pt x="928105" y="1826597"/>
                </a:lnTo>
                <a:lnTo>
                  <a:pt x="891915" y="1789548"/>
                </a:lnTo>
                <a:lnTo>
                  <a:pt x="852612" y="1764819"/>
                </a:lnTo>
                <a:lnTo>
                  <a:pt x="782545" y="1691396"/>
                </a:lnTo>
                <a:lnTo>
                  <a:pt x="744675" y="1667087"/>
                </a:lnTo>
                <a:lnTo>
                  <a:pt x="710875" y="1630737"/>
                </a:lnTo>
                <a:lnTo>
                  <a:pt x="644835" y="1558492"/>
                </a:lnTo>
                <a:lnTo>
                  <a:pt x="580962" y="1486880"/>
                </a:lnTo>
                <a:lnTo>
                  <a:pt x="553435" y="1439133"/>
                </a:lnTo>
                <a:lnTo>
                  <a:pt x="522924" y="1403744"/>
                </a:lnTo>
                <a:lnTo>
                  <a:pt x="493005" y="1368528"/>
                </a:lnTo>
                <a:lnTo>
                  <a:pt x="463692" y="1333490"/>
                </a:lnTo>
                <a:lnTo>
                  <a:pt x="438563" y="1286443"/>
                </a:lnTo>
                <a:lnTo>
                  <a:pt x="410500" y="1251771"/>
                </a:lnTo>
                <a:lnTo>
                  <a:pt x="386646" y="1205097"/>
                </a:lnTo>
                <a:lnTo>
                  <a:pt x="359883" y="1170805"/>
                </a:lnTo>
                <a:lnTo>
                  <a:pt x="337356" y="1124519"/>
                </a:lnTo>
                <a:lnTo>
                  <a:pt x="315511" y="1078433"/>
                </a:lnTo>
                <a:lnTo>
                  <a:pt x="294361" y="1032550"/>
                </a:lnTo>
                <a:lnTo>
                  <a:pt x="270354" y="999064"/>
                </a:lnTo>
                <a:lnTo>
                  <a:pt x="250632" y="953599"/>
                </a:lnTo>
                <a:lnTo>
                  <a:pt x="231644" y="908349"/>
                </a:lnTo>
                <a:lnTo>
                  <a:pt x="213403" y="863317"/>
                </a:lnTo>
                <a:lnTo>
                  <a:pt x="195920" y="818507"/>
                </a:lnTo>
                <a:lnTo>
                  <a:pt x="179210" y="773923"/>
                </a:lnTo>
                <a:lnTo>
                  <a:pt x="166849" y="717379"/>
                </a:lnTo>
                <a:lnTo>
                  <a:pt x="151720" y="673257"/>
                </a:lnTo>
                <a:lnTo>
                  <a:pt x="137402" y="629373"/>
                </a:lnTo>
                <a:lnTo>
                  <a:pt x="123906" y="585729"/>
                </a:lnTo>
                <a:lnTo>
                  <a:pt x="114812" y="530140"/>
                </a:lnTo>
                <a:lnTo>
                  <a:pt x="103000" y="486989"/>
                </a:lnTo>
                <a:lnTo>
                  <a:pt x="95616" y="431901"/>
                </a:lnTo>
                <a:lnTo>
                  <a:pt x="85540" y="389257"/>
                </a:lnTo>
                <a:lnTo>
                  <a:pt x="161022" y="411335"/>
                </a:lnTo>
                <a:lnTo>
                  <a:pt x="163744" y="438596"/>
                </a:lnTo>
                <a:lnTo>
                  <a:pt x="173537" y="481157"/>
                </a:lnTo>
                <a:lnTo>
                  <a:pt x="180576" y="536144"/>
                </a:lnTo>
                <a:lnTo>
                  <a:pt x="192016" y="579187"/>
                </a:lnTo>
                <a:lnTo>
                  <a:pt x="200750" y="634670"/>
                </a:lnTo>
                <a:lnTo>
                  <a:pt x="213936" y="678223"/>
                </a:lnTo>
                <a:lnTo>
                  <a:pt x="228032" y="722043"/>
                </a:lnTo>
                <a:lnTo>
                  <a:pt x="243064" y="766136"/>
                </a:lnTo>
                <a:lnTo>
                  <a:pt x="255492" y="822699"/>
                </a:lnTo>
                <a:lnTo>
                  <a:pt x="272471" y="867362"/>
                </a:lnTo>
                <a:lnTo>
                  <a:pt x="290462" y="912321"/>
                </a:lnTo>
                <a:lnTo>
                  <a:pt x="309489" y="957583"/>
                </a:lnTo>
                <a:lnTo>
                  <a:pt x="329577" y="1003155"/>
                </a:lnTo>
                <a:lnTo>
                  <a:pt x="350632" y="1049010"/>
                </a:lnTo>
                <a:lnTo>
                  <a:pt x="372508" y="1095105"/>
                </a:lnTo>
                <a:lnTo>
                  <a:pt x="395185" y="1141434"/>
                </a:lnTo>
                <a:lnTo>
                  <a:pt x="422206" y="1175802"/>
                </a:lnTo>
                <a:lnTo>
                  <a:pt x="446421" y="1222581"/>
                </a:lnTo>
                <a:lnTo>
                  <a:pt x="471373" y="1269576"/>
                </a:lnTo>
                <a:lnTo>
                  <a:pt x="500608" y="1304592"/>
                </a:lnTo>
                <a:lnTo>
                  <a:pt x="526974" y="1352000"/>
                </a:lnTo>
                <a:lnTo>
                  <a:pt x="557580" y="1387416"/>
                </a:lnTo>
                <a:lnTo>
                  <a:pt x="585276" y="1435214"/>
                </a:lnTo>
                <a:lnTo>
                  <a:pt x="649677" y="1506979"/>
                </a:lnTo>
                <a:lnTo>
                  <a:pt x="716445" y="1579438"/>
                </a:lnTo>
                <a:lnTo>
                  <a:pt x="785414" y="1652539"/>
                </a:lnTo>
                <a:lnTo>
                  <a:pt x="892628" y="1763292"/>
                </a:lnTo>
                <a:lnTo>
                  <a:pt x="932850" y="1788289"/>
                </a:lnTo>
                <a:lnTo>
                  <a:pt x="969932" y="1825600"/>
                </a:lnTo>
                <a:lnTo>
                  <a:pt x="1012774" y="1851363"/>
                </a:lnTo>
                <a:lnTo>
                  <a:pt x="1052144" y="1889343"/>
                </a:lnTo>
                <a:lnTo>
                  <a:pt x="1355999" y="2070845"/>
                </a:lnTo>
                <a:lnTo>
                  <a:pt x="1403549" y="2084753"/>
                </a:lnTo>
                <a:lnTo>
                  <a:pt x="1447702" y="2110900"/>
                </a:lnTo>
                <a:lnTo>
                  <a:pt x="1495599" y="2124910"/>
                </a:lnTo>
                <a:lnTo>
                  <a:pt x="1540118" y="2151163"/>
                </a:lnTo>
                <a:close/>
              </a:path>
              <a:path w="5006975" h="3263265">
                <a:moveTo>
                  <a:pt x="2576740" y="2269123"/>
                </a:moveTo>
                <a:lnTo>
                  <a:pt x="2438856" y="2228793"/>
                </a:lnTo>
                <a:lnTo>
                  <a:pt x="2452397" y="2219521"/>
                </a:lnTo>
                <a:lnTo>
                  <a:pt x="2472158" y="2225301"/>
                </a:lnTo>
                <a:lnTo>
                  <a:pt x="2485527" y="2215980"/>
                </a:lnTo>
                <a:lnTo>
                  <a:pt x="2451887" y="2179676"/>
                </a:lnTo>
                <a:lnTo>
                  <a:pt x="2419597" y="2143767"/>
                </a:lnTo>
                <a:lnTo>
                  <a:pt x="2392227" y="2096065"/>
                </a:lnTo>
                <a:lnTo>
                  <a:pt x="2362651" y="2060950"/>
                </a:lnTo>
                <a:lnTo>
                  <a:pt x="2338003" y="2014044"/>
                </a:lnTo>
                <a:lnTo>
                  <a:pt x="2311156" y="1979727"/>
                </a:lnTo>
                <a:lnTo>
                  <a:pt x="2289245" y="1933621"/>
                </a:lnTo>
                <a:lnTo>
                  <a:pt x="2268708" y="1887918"/>
                </a:lnTo>
                <a:lnTo>
                  <a:pt x="2249549" y="1842618"/>
                </a:lnTo>
                <a:lnTo>
                  <a:pt x="2235338" y="1785532"/>
                </a:lnTo>
                <a:lnTo>
                  <a:pt x="2218947" y="1741042"/>
                </a:lnTo>
                <a:lnTo>
                  <a:pt x="2203946" y="1696957"/>
                </a:lnTo>
                <a:lnTo>
                  <a:pt x="2193904" y="1641092"/>
                </a:lnTo>
                <a:lnTo>
                  <a:pt x="2181694" y="1597824"/>
                </a:lnTo>
                <a:lnTo>
                  <a:pt x="2174451" y="1542777"/>
                </a:lnTo>
                <a:lnTo>
                  <a:pt x="2168613" y="1488141"/>
                </a:lnTo>
                <a:lnTo>
                  <a:pt x="2161336" y="1446316"/>
                </a:lnTo>
                <a:lnTo>
                  <a:pt x="2158192" y="1392468"/>
                </a:lnTo>
                <a:lnTo>
                  <a:pt x="2155744" y="1338823"/>
                </a:lnTo>
                <a:lnTo>
                  <a:pt x="2154123" y="1285421"/>
                </a:lnTo>
                <a:lnTo>
                  <a:pt x="2149895" y="1244487"/>
                </a:lnTo>
                <a:lnTo>
                  <a:pt x="2150319" y="1191683"/>
                </a:lnTo>
                <a:lnTo>
                  <a:pt x="2151961" y="1139235"/>
                </a:lnTo>
                <a:lnTo>
                  <a:pt x="2229463" y="1161904"/>
                </a:lnTo>
                <a:lnTo>
                  <a:pt x="2230681" y="1201957"/>
                </a:lnTo>
                <a:lnTo>
                  <a:pt x="2228896" y="1254363"/>
                </a:lnTo>
                <a:lnTo>
                  <a:pt x="2230855" y="1294632"/>
                </a:lnTo>
                <a:lnTo>
                  <a:pt x="2231248" y="1347676"/>
                </a:lnTo>
                <a:lnTo>
                  <a:pt x="2232491" y="1400968"/>
                </a:lnTo>
                <a:lnTo>
                  <a:pt x="2238204" y="1442335"/>
                </a:lnTo>
                <a:lnTo>
                  <a:pt x="2241310" y="1496172"/>
                </a:lnTo>
                <a:lnTo>
                  <a:pt x="2245428" y="1550305"/>
                </a:lnTo>
                <a:lnTo>
                  <a:pt x="2254177" y="1592561"/>
                </a:lnTo>
                <a:lnTo>
                  <a:pt x="2260480" y="1647333"/>
                </a:lnTo>
                <a:lnTo>
                  <a:pt x="2271522" y="1690259"/>
                </a:lnTo>
                <a:lnTo>
                  <a:pt x="2283792" y="1733544"/>
                </a:lnTo>
                <a:lnTo>
                  <a:pt x="2293778" y="1789394"/>
                </a:lnTo>
                <a:lnTo>
                  <a:pt x="2308664" y="1833444"/>
                </a:lnTo>
                <a:lnTo>
                  <a:pt x="2324939" y="1877901"/>
                </a:lnTo>
                <a:lnTo>
                  <a:pt x="2342658" y="1922780"/>
                </a:lnTo>
                <a:lnTo>
                  <a:pt x="2361873" y="1968097"/>
                </a:lnTo>
                <a:lnTo>
                  <a:pt x="2386205" y="2001678"/>
                </a:lnTo>
                <a:lnTo>
                  <a:pt x="2408576" y="2047918"/>
                </a:lnTo>
                <a:lnTo>
                  <a:pt x="2432606" y="2094643"/>
                </a:lnTo>
                <a:lnTo>
                  <a:pt x="2461913" y="2129680"/>
                </a:lnTo>
                <a:lnTo>
                  <a:pt x="2492986" y="2165233"/>
                </a:lnTo>
                <a:lnTo>
                  <a:pt x="2525880" y="2201319"/>
                </a:lnTo>
                <a:lnTo>
                  <a:pt x="2654134" y="2238833"/>
                </a:lnTo>
                <a:lnTo>
                  <a:pt x="2615914" y="2254118"/>
                </a:lnTo>
                <a:lnTo>
                  <a:pt x="2576740" y="2269123"/>
                </a:lnTo>
                <a:close/>
              </a:path>
              <a:path w="5006975" h="3263265">
                <a:moveTo>
                  <a:pt x="3132374" y="1770039"/>
                </a:moveTo>
                <a:lnTo>
                  <a:pt x="3131558" y="1769800"/>
                </a:lnTo>
                <a:lnTo>
                  <a:pt x="3134585" y="1764907"/>
                </a:lnTo>
                <a:lnTo>
                  <a:pt x="3132374" y="1770039"/>
                </a:lnTo>
                <a:close/>
              </a:path>
              <a:path w="5006975" h="3263265">
                <a:moveTo>
                  <a:pt x="4429086" y="2387503"/>
                </a:moveTo>
                <a:lnTo>
                  <a:pt x="4211626" y="2323896"/>
                </a:lnTo>
                <a:lnTo>
                  <a:pt x="4213333" y="2311164"/>
                </a:lnTo>
                <a:lnTo>
                  <a:pt x="4383710" y="2360999"/>
                </a:lnTo>
                <a:lnTo>
                  <a:pt x="4429086" y="2387503"/>
                </a:lnTo>
                <a:close/>
              </a:path>
              <a:path w="5006975" h="3263265">
                <a:moveTo>
                  <a:pt x="4415706" y="2873178"/>
                </a:moveTo>
                <a:lnTo>
                  <a:pt x="4044664" y="2764649"/>
                </a:lnTo>
                <a:lnTo>
                  <a:pt x="4456206" y="2779167"/>
                </a:lnTo>
                <a:lnTo>
                  <a:pt x="4510769" y="2768663"/>
                </a:lnTo>
                <a:lnTo>
                  <a:pt x="4713716" y="2775096"/>
                </a:lnTo>
                <a:lnTo>
                  <a:pt x="4767751" y="2764437"/>
                </a:lnTo>
                <a:lnTo>
                  <a:pt x="4868363" y="2767401"/>
                </a:lnTo>
                <a:lnTo>
                  <a:pt x="4782710" y="2715884"/>
                </a:lnTo>
                <a:lnTo>
                  <a:pt x="4743724" y="2678016"/>
                </a:lnTo>
                <a:lnTo>
                  <a:pt x="4616714" y="2601169"/>
                </a:lnTo>
                <a:lnTo>
                  <a:pt x="4578029" y="2563390"/>
                </a:lnTo>
                <a:lnTo>
                  <a:pt x="4451004" y="2486539"/>
                </a:lnTo>
                <a:lnTo>
                  <a:pt x="4412009" y="2448669"/>
                </a:lnTo>
                <a:lnTo>
                  <a:pt x="4239653" y="2345326"/>
                </a:lnTo>
                <a:lnTo>
                  <a:pt x="4225774" y="2341267"/>
                </a:lnTo>
                <a:lnTo>
                  <a:pt x="4219550" y="2326214"/>
                </a:lnTo>
                <a:lnTo>
                  <a:pt x="4477532" y="2401674"/>
                </a:lnTo>
                <a:lnTo>
                  <a:pt x="4565845" y="2453969"/>
                </a:lnTo>
                <a:lnTo>
                  <a:pt x="4386099" y="2401394"/>
                </a:lnTo>
                <a:lnTo>
                  <a:pt x="4509368" y="2477146"/>
                </a:lnTo>
                <a:lnTo>
                  <a:pt x="4546667" y="2514520"/>
                </a:lnTo>
                <a:lnTo>
                  <a:pt x="4669056" y="2590015"/>
                </a:lnTo>
                <a:lnTo>
                  <a:pt x="4706330" y="2627382"/>
                </a:lnTo>
                <a:lnTo>
                  <a:pt x="4870804" y="2728419"/>
                </a:lnTo>
                <a:lnTo>
                  <a:pt x="4944664" y="2750023"/>
                </a:lnTo>
                <a:lnTo>
                  <a:pt x="4962672" y="2768522"/>
                </a:lnTo>
                <a:lnTo>
                  <a:pt x="4994732" y="2817596"/>
                </a:lnTo>
                <a:lnTo>
                  <a:pt x="5006452" y="2821024"/>
                </a:lnTo>
                <a:lnTo>
                  <a:pt x="4997689" y="2831693"/>
                </a:lnTo>
                <a:lnTo>
                  <a:pt x="4968580" y="2849643"/>
                </a:lnTo>
                <a:lnTo>
                  <a:pt x="4856242" y="2816784"/>
                </a:lnTo>
                <a:lnTo>
                  <a:pt x="4800825" y="2827039"/>
                </a:lnTo>
                <a:lnTo>
                  <a:pt x="4644596" y="2821039"/>
                </a:lnTo>
                <a:lnTo>
                  <a:pt x="4588733" y="2831163"/>
                </a:lnTo>
                <a:lnTo>
                  <a:pt x="4536327" y="2829067"/>
                </a:lnTo>
                <a:lnTo>
                  <a:pt x="4529339" y="2827023"/>
                </a:lnTo>
                <a:lnTo>
                  <a:pt x="4431192" y="2824779"/>
                </a:lnTo>
                <a:lnTo>
                  <a:pt x="4666050" y="2893475"/>
                </a:lnTo>
                <a:lnTo>
                  <a:pt x="4615582" y="2891945"/>
                </a:lnTo>
                <a:lnTo>
                  <a:pt x="4568510" y="2878177"/>
                </a:lnTo>
                <a:lnTo>
                  <a:pt x="4415706" y="2873178"/>
                </a:lnTo>
                <a:close/>
              </a:path>
              <a:path w="5006975" h="3263265">
                <a:moveTo>
                  <a:pt x="4944664" y="2750023"/>
                </a:moveTo>
                <a:lnTo>
                  <a:pt x="4870804" y="2728419"/>
                </a:lnTo>
                <a:lnTo>
                  <a:pt x="4835774" y="2691708"/>
                </a:lnTo>
                <a:lnTo>
                  <a:pt x="4796817" y="2667081"/>
                </a:lnTo>
                <a:lnTo>
                  <a:pt x="4724862" y="2593106"/>
                </a:lnTo>
                <a:lnTo>
                  <a:pt x="4684688" y="2568123"/>
                </a:lnTo>
                <a:lnTo>
                  <a:pt x="4433444" y="2415242"/>
                </a:lnTo>
                <a:lnTo>
                  <a:pt x="4565845" y="2453969"/>
                </a:lnTo>
                <a:lnTo>
                  <a:pt x="4694809" y="2531387"/>
                </a:lnTo>
                <a:lnTo>
                  <a:pt x="4733329" y="2569119"/>
                </a:lnTo>
                <a:lnTo>
                  <a:pt x="4774977" y="2594533"/>
                </a:lnTo>
                <a:lnTo>
                  <a:pt x="4849861" y="2669365"/>
                </a:lnTo>
                <a:lnTo>
                  <a:pt x="4890244" y="2694409"/>
                </a:lnTo>
                <a:lnTo>
                  <a:pt x="4944664" y="2750023"/>
                </a:lnTo>
                <a:close/>
              </a:path>
              <a:path w="5006975" h="3263265">
                <a:moveTo>
                  <a:pt x="4666050" y="2893475"/>
                </a:moveTo>
                <a:lnTo>
                  <a:pt x="4431192" y="2824779"/>
                </a:lnTo>
                <a:lnTo>
                  <a:pt x="4536327" y="2829067"/>
                </a:lnTo>
                <a:lnTo>
                  <a:pt x="4574649" y="2840276"/>
                </a:lnTo>
                <a:lnTo>
                  <a:pt x="4816604" y="2844887"/>
                </a:lnTo>
                <a:lnTo>
                  <a:pt x="4856242" y="2816784"/>
                </a:lnTo>
                <a:lnTo>
                  <a:pt x="4968580" y="2849643"/>
                </a:lnTo>
                <a:lnTo>
                  <a:pt x="4943083" y="2855417"/>
                </a:lnTo>
                <a:lnTo>
                  <a:pt x="4884988" y="2891353"/>
                </a:lnTo>
                <a:lnTo>
                  <a:pt x="4882543" y="2890638"/>
                </a:lnTo>
                <a:lnTo>
                  <a:pt x="4836776" y="2916948"/>
                </a:lnTo>
                <a:lnTo>
                  <a:pt x="4815685" y="2924011"/>
                </a:lnTo>
                <a:lnTo>
                  <a:pt x="4716334" y="2894951"/>
                </a:lnTo>
                <a:lnTo>
                  <a:pt x="4666050" y="2893475"/>
                </a:lnTo>
                <a:close/>
              </a:path>
              <a:path w="5006975" h="3263265">
                <a:moveTo>
                  <a:pt x="4431192" y="2824779"/>
                </a:moveTo>
                <a:lnTo>
                  <a:pt x="4529339" y="2827023"/>
                </a:lnTo>
                <a:lnTo>
                  <a:pt x="4536327" y="2829067"/>
                </a:lnTo>
                <a:lnTo>
                  <a:pt x="4431192" y="2824779"/>
                </a:lnTo>
                <a:close/>
              </a:path>
              <a:path w="5006975" h="3263265">
                <a:moveTo>
                  <a:pt x="4164863" y="3262931"/>
                </a:moveTo>
                <a:lnTo>
                  <a:pt x="4116022" y="3248646"/>
                </a:lnTo>
                <a:lnTo>
                  <a:pt x="4097031" y="3229859"/>
                </a:lnTo>
                <a:lnTo>
                  <a:pt x="4097395" y="3216733"/>
                </a:lnTo>
                <a:lnTo>
                  <a:pt x="4188036" y="3163853"/>
                </a:lnTo>
                <a:lnTo>
                  <a:pt x="4229749" y="3149589"/>
                </a:lnTo>
                <a:lnTo>
                  <a:pt x="4320237" y="3096664"/>
                </a:lnTo>
                <a:lnTo>
                  <a:pt x="4407094" y="3055909"/>
                </a:lnTo>
                <a:lnTo>
                  <a:pt x="4629483" y="2935708"/>
                </a:lnTo>
                <a:lnTo>
                  <a:pt x="4716334" y="2894951"/>
                </a:lnTo>
                <a:lnTo>
                  <a:pt x="4815685" y="2924011"/>
                </a:lnTo>
                <a:lnTo>
                  <a:pt x="4794594" y="2931074"/>
                </a:lnTo>
                <a:lnTo>
                  <a:pt x="4703146" y="2983718"/>
                </a:lnTo>
                <a:lnTo>
                  <a:pt x="4478184" y="3103167"/>
                </a:lnTo>
                <a:lnTo>
                  <a:pt x="4390296" y="3143620"/>
                </a:lnTo>
                <a:lnTo>
                  <a:pt x="4298774" y="3196243"/>
                </a:lnTo>
                <a:lnTo>
                  <a:pt x="4256543" y="3210355"/>
                </a:lnTo>
                <a:lnTo>
                  <a:pt x="4164863" y="3262931"/>
                </a:lnTo>
                <a:close/>
              </a:path>
              <a:path w="5006975" h="3263265">
                <a:moveTo>
                  <a:pt x="3703217" y="2770633"/>
                </a:moveTo>
                <a:lnTo>
                  <a:pt x="2938244" y="2546880"/>
                </a:lnTo>
                <a:lnTo>
                  <a:pt x="2649032" y="2369662"/>
                </a:lnTo>
                <a:lnTo>
                  <a:pt x="2613128" y="2332695"/>
                </a:lnTo>
                <a:lnTo>
                  <a:pt x="2574805" y="2308254"/>
                </a:lnTo>
                <a:lnTo>
                  <a:pt x="2541175" y="2271953"/>
                </a:lnTo>
                <a:lnTo>
                  <a:pt x="2616891" y="2294100"/>
                </a:lnTo>
                <a:lnTo>
                  <a:pt x="2654215" y="2331481"/>
                </a:lnTo>
                <a:lnTo>
                  <a:pt x="2695787" y="2356873"/>
                </a:lnTo>
                <a:lnTo>
                  <a:pt x="2734422" y="2394638"/>
                </a:lnTo>
                <a:lnTo>
                  <a:pt x="2908406" y="2498457"/>
                </a:lnTo>
                <a:lnTo>
                  <a:pt x="2956490" y="2512521"/>
                </a:lnTo>
                <a:lnTo>
                  <a:pt x="3001308" y="2538862"/>
                </a:lnTo>
                <a:lnTo>
                  <a:pt x="3049937" y="2553086"/>
                </a:lnTo>
                <a:lnTo>
                  <a:pt x="3095190" y="2579555"/>
                </a:lnTo>
                <a:lnTo>
                  <a:pt x="3756096" y="2772869"/>
                </a:lnTo>
                <a:lnTo>
                  <a:pt x="3703217" y="2770633"/>
                </a:lnTo>
                <a:close/>
              </a:path>
              <a:path w="5006975" h="3263265">
                <a:moveTo>
                  <a:pt x="3501548" y="2738110"/>
                </a:moveTo>
                <a:lnTo>
                  <a:pt x="2821984" y="2539339"/>
                </a:lnTo>
                <a:lnTo>
                  <a:pt x="2603660" y="2409319"/>
                </a:lnTo>
                <a:lnTo>
                  <a:pt x="2524333" y="2359651"/>
                </a:lnTo>
                <a:lnTo>
                  <a:pt x="2490102" y="2323175"/>
                </a:lnTo>
                <a:lnTo>
                  <a:pt x="2457104" y="2287059"/>
                </a:lnTo>
                <a:lnTo>
                  <a:pt x="2523142" y="2306375"/>
                </a:lnTo>
                <a:lnTo>
                  <a:pt x="2578647" y="2362306"/>
                </a:lnTo>
                <a:lnTo>
                  <a:pt x="2792233" y="2490940"/>
                </a:lnTo>
                <a:lnTo>
                  <a:pt x="2839973" y="2504904"/>
                </a:lnTo>
                <a:lnTo>
                  <a:pt x="2884488" y="2531157"/>
                </a:lnTo>
                <a:lnTo>
                  <a:pt x="2981424" y="2559511"/>
                </a:lnTo>
                <a:lnTo>
                  <a:pt x="3026591" y="2585954"/>
                </a:lnTo>
                <a:lnTo>
                  <a:pt x="3553150" y="2739971"/>
                </a:lnTo>
                <a:lnTo>
                  <a:pt x="3501548" y="2738110"/>
                </a:lnTo>
                <a:close/>
              </a:path>
              <a:path w="5006975" h="3263265">
                <a:moveTo>
                  <a:pt x="4164618" y="2839432"/>
                </a:moveTo>
                <a:lnTo>
                  <a:pt x="3840208" y="2744542"/>
                </a:lnTo>
                <a:lnTo>
                  <a:pt x="3996359" y="2750520"/>
                </a:lnTo>
                <a:lnTo>
                  <a:pt x="4368082" y="2859248"/>
                </a:lnTo>
                <a:lnTo>
                  <a:pt x="4316788" y="2857477"/>
                </a:lnTo>
                <a:lnTo>
                  <a:pt x="4268965" y="2843489"/>
                </a:lnTo>
                <a:lnTo>
                  <a:pt x="4164618" y="2839432"/>
                </a:lnTo>
                <a:close/>
              </a:path>
              <a:path w="5006975" h="3263265">
                <a:moveTo>
                  <a:pt x="4062470" y="2822786"/>
                </a:moveTo>
                <a:lnTo>
                  <a:pt x="3739234" y="2728240"/>
                </a:lnTo>
                <a:lnTo>
                  <a:pt x="3791547" y="2730309"/>
                </a:lnTo>
                <a:lnTo>
                  <a:pt x="4115320" y="2825012"/>
                </a:lnTo>
                <a:lnTo>
                  <a:pt x="4062470" y="2822786"/>
                </a:lnTo>
                <a:close/>
              </a:path>
              <a:path w="5006975" h="3263265">
                <a:moveTo>
                  <a:pt x="3805394" y="2787288"/>
                </a:moveTo>
                <a:lnTo>
                  <a:pt x="3389029" y="2665502"/>
                </a:lnTo>
                <a:lnTo>
                  <a:pt x="3441211" y="2667533"/>
                </a:lnTo>
                <a:lnTo>
                  <a:pt x="3537648" y="2695741"/>
                </a:lnTo>
                <a:lnTo>
                  <a:pt x="3588923" y="2697506"/>
                </a:lnTo>
                <a:lnTo>
                  <a:pt x="3637921" y="2711838"/>
                </a:lnTo>
                <a:lnTo>
                  <a:pt x="3690402" y="2713957"/>
                </a:lnTo>
                <a:lnTo>
                  <a:pt x="4013194" y="2808373"/>
                </a:lnTo>
                <a:lnTo>
                  <a:pt x="3911085" y="2791738"/>
                </a:lnTo>
                <a:lnTo>
                  <a:pt x="3805394" y="2787288"/>
                </a:lnTo>
                <a:close/>
              </a:path>
              <a:path w="5006975" h="3263265">
                <a:moveTo>
                  <a:pt x="3600955" y="2753954"/>
                </a:moveTo>
                <a:lnTo>
                  <a:pt x="3026591" y="2585954"/>
                </a:lnTo>
                <a:lnTo>
                  <a:pt x="2984111" y="2560296"/>
                </a:lnTo>
                <a:lnTo>
                  <a:pt x="3653881" y="2756203"/>
                </a:lnTo>
                <a:lnTo>
                  <a:pt x="3600955" y="2753954"/>
                </a:lnTo>
                <a:close/>
              </a:path>
              <a:path w="5006975" h="3263265">
                <a:moveTo>
                  <a:pt x="3352794" y="2707832"/>
                </a:moveTo>
                <a:lnTo>
                  <a:pt x="2914705" y="2579692"/>
                </a:lnTo>
                <a:lnTo>
                  <a:pt x="2870027" y="2553391"/>
                </a:lnTo>
                <a:lnTo>
                  <a:pt x="3404904" y="2709842"/>
                </a:lnTo>
                <a:lnTo>
                  <a:pt x="3352794" y="2707832"/>
                </a:lnTo>
                <a:close/>
              </a:path>
              <a:path w="5006975" h="3263265">
                <a:moveTo>
                  <a:pt x="1670016" y="2295015"/>
                </a:moveTo>
                <a:lnTo>
                  <a:pt x="1434325" y="2226076"/>
                </a:lnTo>
                <a:lnTo>
                  <a:pt x="1391089" y="2200198"/>
                </a:lnTo>
                <a:lnTo>
                  <a:pt x="1720750" y="2296623"/>
                </a:lnTo>
                <a:lnTo>
                  <a:pt x="1670016" y="2295015"/>
                </a:lnTo>
                <a:close/>
              </a:path>
            </a:pathLst>
          </a:custGeom>
          <a:solidFill>
            <a:srgbClr val="BCFF7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490" y="4864659"/>
            <a:ext cx="3042325" cy="98112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4592" y="850519"/>
            <a:ext cx="7852409" cy="2395855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 marR="5080">
              <a:lnSpc>
                <a:spcPct val="86300"/>
              </a:lnSpc>
              <a:spcBef>
                <a:spcPts val="1050"/>
              </a:spcBef>
            </a:pPr>
            <a:r>
              <a:rPr dirty="0" sz="5700" spc="1800"/>
              <a:t>FORECASTING </a:t>
            </a:r>
            <a:r>
              <a:rPr dirty="0" sz="5700" spc="2520"/>
              <a:t>AND </a:t>
            </a:r>
            <a:r>
              <a:rPr dirty="0" sz="5700" spc="1920"/>
              <a:t>EVALUATION</a:t>
            </a:r>
            <a:endParaRPr sz="5700"/>
          </a:p>
        </p:txBody>
      </p:sp>
      <p:sp>
        <p:nvSpPr>
          <p:cNvPr id="5" name="object 5" descr=""/>
          <p:cNvSpPr txBox="1"/>
          <p:nvPr/>
        </p:nvSpPr>
        <p:spPr>
          <a:xfrm>
            <a:off x="1317752" y="3291815"/>
            <a:ext cx="8968740" cy="646620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315595" indent="-302895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Implemented:</a:t>
            </a:r>
            <a:endParaRPr sz="2800">
              <a:latin typeface="Tahoma"/>
              <a:cs typeface="Tahoma"/>
            </a:endParaRPr>
          </a:p>
          <a:p>
            <a:pPr marL="315595" marR="565785" indent="-303530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Univariate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LSTM: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Based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only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on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historical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5" b="1">
                <a:solidFill>
                  <a:srgbClr val="000001"/>
                </a:solidFill>
                <a:latin typeface="Tahoma"/>
                <a:cs typeface="Tahoma"/>
              </a:rPr>
              <a:t>player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values.</a:t>
            </a:r>
            <a:endParaRPr sz="2800">
              <a:latin typeface="Tahoma"/>
              <a:cs typeface="Tahoma"/>
            </a:endParaRPr>
          </a:p>
          <a:p>
            <a:pPr marL="315595" marR="715010" indent="-303530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Multivariate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LSTM: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have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included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injury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0" b="1">
                <a:solidFill>
                  <a:srgbClr val="000001"/>
                </a:solidFill>
                <a:latin typeface="Tahoma"/>
                <a:cs typeface="Tahoma"/>
              </a:rPr>
              <a:t>score,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sentiment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score,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performance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stats.</a:t>
            </a:r>
            <a:endParaRPr sz="2800">
              <a:latin typeface="Tahoma"/>
              <a:cs typeface="Tahoma"/>
            </a:endParaRPr>
          </a:p>
          <a:p>
            <a:pPr marL="315595" marR="869950" indent="-303530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z="2800" spc="-35" b="1">
                <a:solidFill>
                  <a:srgbClr val="000001"/>
                </a:solidFill>
                <a:latin typeface="Tahoma"/>
                <a:cs typeface="Tahoma"/>
              </a:rPr>
              <a:t>Used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Adam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optimizer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Mean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Squared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Error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(MSE)</a:t>
            </a:r>
            <a:r>
              <a:rPr dirty="0" sz="2800" spc="-1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as</a:t>
            </a:r>
            <a:r>
              <a:rPr dirty="0" sz="2800" spc="-17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loss</a:t>
            </a:r>
            <a:r>
              <a:rPr dirty="0" sz="2800" spc="-17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function.</a:t>
            </a: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Evaluated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models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using:</a:t>
            </a: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RMSE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(Root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Mean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Square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Error)</a:t>
            </a: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MAE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(Mean</a:t>
            </a:r>
            <a:r>
              <a:rPr dirty="0" sz="2800" spc="-1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Absolute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Error)</a:t>
            </a: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409" b="1">
                <a:solidFill>
                  <a:srgbClr val="000001"/>
                </a:solidFill>
                <a:latin typeface="Tahoma"/>
                <a:cs typeface="Tahoma"/>
              </a:rPr>
              <a:t>R²</a:t>
            </a:r>
            <a:r>
              <a:rPr dirty="0" sz="2800" spc="-17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Score</a:t>
            </a:r>
            <a:endParaRPr sz="2800">
              <a:latin typeface="Tahoma"/>
              <a:cs typeface="Tahoma"/>
            </a:endParaRPr>
          </a:p>
          <a:p>
            <a:pPr marL="315595" marR="5080" indent="-303530">
              <a:lnSpc>
                <a:spcPts val="3900"/>
              </a:lnSpc>
              <a:spcBef>
                <a:spcPts val="10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LSTM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models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visualized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compared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using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Matplotlib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Seaborn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for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loss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35" b="1">
                <a:solidFill>
                  <a:srgbClr val="000001"/>
                </a:solidFill>
                <a:latin typeface="Tahoma"/>
                <a:cs typeface="Tahoma"/>
              </a:rPr>
              <a:t>accuracy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plots.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0395077" y="1028700"/>
            <a:ext cx="6864350" cy="8229600"/>
            <a:chOff x="10395077" y="1028700"/>
            <a:chExt cx="6864350" cy="82296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5077" y="1028700"/>
              <a:ext cx="2198116" cy="8229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13717" y="1028700"/>
              <a:ext cx="5045583" cy="8229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506950" cy="10287000"/>
            <a:chOff x="0" y="0"/>
            <a:chExt cx="1750695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581206" y="3390427"/>
              <a:ext cx="6548120" cy="2644775"/>
            </a:xfrm>
            <a:custGeom>
              <a:avLst/>
              <a:gdLst/>
              <a:ahLst/>
              <a:cxnLst/>
              <a:rect l="l" t="t" r="r" b="b"/>
              <a:pathLst>
                <a:path w="6548120" h="2644775">
                  <a:moveTo>
                    <a:pt x="3181256" y="2360843"/>
                  </a:moveTo>
                  <a:lnTo>
                    <a:pt x="2991361" y="2435632"/>
                  </a:lnTo>
                  <a:lnTo>
                    <a:pt x="2939607" y="2442373"/>
                  </a:lnTo>
                  <a:lnTo>
                    <a:pt x="2846093" y="2479203"/>
                  </a:lnTo>
                  <a:lnTo>
                    <a:pt x="2795146" y="2485619"/>
                  </a:lnTo>
                  <a:lnTo>
                    <a:pt x="2749225" y="2503704"/>
                  </a:lnTo>
                  <a:lnTo>
                    <a:pt x="2649383" y="2515727"/>
                  </a:lnTo>
                  <a:lnTo>
                    <a:pt x="3133357" y="2325116"/>
                  </a:lnTo>
                  <a:lnTo>
                    <a:pt x="3174870" y="2295117"/>
                  </a:lnTo>
                  <a:lnTo>
                    <a:pt x="3221226" y="2276860"/>
                  </a:lnTo>
                  <a:lnTo>
                    <a:pt x="3263121" y="2246710"/>
                  </a:lnTo>
                  <a:lnTo>
                    <a:pt x="3309167" y="2228575"/>
                  </a:lnTo>
                  <a:lnTo>
                    <a:pt x="3391375" y="2168899"/>
                  </a:lnTo>
                  <a:lnTo>
                    <a:pt x="3436752" y="2151027"/>
                  </a:lnTo>
                  <a:lnTo>
                    <a:pt x="3556832" y="2062786"/>
                  </a:lnTo>
                  <a:lnTo>
                    <a:pt x="3591352" y="2021892"/>
                  </a:lnTo>
                  <a:lnTo>
                    <a:pt x="3668138" y="1964351"/>
                  </a:lnTo>
                  <a:lnTo>
                    <a:pt x="3733221" y="1884120"/>
                  </a:lnTo>
                  <a:lnTo>
                    <a:pt x="3684055" y="1876185"/>
                  </a:lnTo>
                  <a:lnTo>
                    <a:pt x="3636106" y="1867770"/>
                  </a:lnTo>
                  <a:lnTo>
                    <a:pt x="3589359" y="1858883"/>
                  </a:lnTo>
                  <a:lnTo>
                    <a:pt x="3539146" y="1837710"/>
                  </a:lnTo>
                  <a:lnTo>
                    <a:pt x="3490105" y="1816076"/>
                  </a:lnTo>
                  <a:lnTo>
                    <a:pt x="3446877" y="1805803"/>
                  </a:lnTo>
                  <a:lnTo>
                    <a:pt x="3400139" y="1783262"/>
                  </a:lnTo>
                  <a:lnTo>
                    <a:pt x="3354529" y="1760276"/>
                  </a:lnTo>
                  <a:lnTo>
                    <a:pt x="3310035" y="1736852"/>
                  </a:lnTo>
                  <a:lnTo>
                    <a:pt x="3266639" y="1712995"/>
                  </a:lnTo>
                  <a:lnTo>
                    <a:pt x="3219676" y="1676893"/>
                  </a:lnTo>
                  <a:lnTo>
                    <a:pt x="3178436" y="1652187"/>
                  </a:lnTo>
                  <a:lnTo>
                    <a:pt x="3138253" y="1627064"/>
                  </a:lnTo>
                  <a:lnTo>
                    <a:pt x="3094457" y="1589715"/>
                  </a:lnTo>
                  <a:lnTo>
                    <a:pt x="3056341" y="1563779"/>
                  </a:lnTo>
                  <a:lnTo>
                    <a:pt x="3014584" y="1525627"/>
                  </a:lnTo>
                  <a:lnTo>
                    <a:pt x="2973824" y="1487082"/>
                  </a:lnTo>
                  <a:lnTo>
                    <a:pt x="2934046" y="1448150"/>
                  </a:lnTo>
                  <a:lnTo>
                    <a:pt x="2902886" y="1419474"/>
                  </a:lnTo>
                  <a:lnTo>
                    <a:pt x="2872391" y="1390536"/>
                  </a:lnTo>
                  <a:lnTo>
                    <a:pt x="2838001" y="1349482"/>
                  </a:lnTo>
                  <a:lnTo>
                    <a:pt x="2809119" y="1319909"/>
                  </a:lnTo>
                  <a:lnTo>
                    <a:pt x="2776531" y="1278146"/>
                  </a:lnTo>
                  <a:lnTo>
                    <a:pt x="2749639" y="1247789"/>
                  </a:lnTo>
                  <a:lnTo>
                    <a:pt x="2719228" y="1205168"/>
                  </a:lnTo>
                  <a:lnTo>
                    <a:pt x="2694702" y="1173879"/>
                  </a:lnTo>
                  <a:lnTo>
                    <a:pt x="2666846" y="1130252"/>
                  </a:lnTo>
                  <a:lnTo>
                    <a:pt x="2640409" y="1086066"/>
                  </a:lnTo>
                  <a:lnTo>
                    <a:pt x="2615484" y="1041285"/>
                  </a:lnTo>
                  <a:lnTo>
                    <a:pt x="2596819" y="1007687"/>
                  </a:lnTo>
                  <a:lnTo>
                    <a:pt x="2575201" y="961603"/>
                  </a:lnTo>
                  <a:lnTo>
                    <a:pt x="2555379" y="914813"/>
                  </a:lnTo>
                  <a:lnTo>
                    <a:pt x="2537445" y="867278"/>
                  </a:lnTo>
                  <a:lnTo>
                    <a:pt x="2526148" y="830779"/>
                  </a:lnTo>
                  <a:lnTo>
                    <a:pt x="2512275" y="781645"/>
                  </a:lnTo>
                  <a:lnTo>
                    <a:pt x="2500572" y="731655"/>
                  </a:lnTo>
                  <a:lnTo>
                    <a:pt x="2495790" y="692591"/>
                  </a:lnTo>
                  <a:lnTo>
                    <a:pt x="2488713" y="640780"/>
                  </a:lnTo>
                  <a:lnTo>
                    <a:pt x="2488744" y="599819"/>
                  </a:lnTo>
                  <a:lnTo>
                    <a:pt x="2486669" y="546039"/>
                  </a:lnTo>
                  <a:lnTo>
                    <a:pt x="2491889" y="503034"/>
                  </a:lnTo>
                  <a:lnTo>
                    <a:pt x="2499846" y="458952"/>
                  </a:lnTo>
                  <a:lnTo>
                    <a:pt x="2510633" y="413755"/>
                  </a:lnTo>
                  <a:lnTo>
                    <a:pt x="2511029" y="399949"/>
                  </a:lnTo>
                  <a:lnTo>
                    <a:pt x="2511544" y="386097"/>
                  </a:lnTo>
                  <a:lnTo>
                    <a:pt x="2516819" y="384020"/>
                  </a:lnTo>
                  <a:lnTo>
                    <a:pt x="2517538" y="370087"/>
                  </a:lnTo>
                  <a:lnTo>
                    <a:pt x="2523908" y="367578"/>
                  </a:lnTo>
                  <a:lnTo>
                    <a:pt x="2525839" y="353168"/>
                  </a:lnTo>
                  <a:lnTo>
                    <a:pt x="2528029" y="338656"/>
                  </a:lnTo>
                  <a:lnTo>
                    <a:pt x="2535173" y="335843"/>
                  </a:lnTo>
                  <a:lnTo>
                    <a:pt x="2552866" y="287926"/>
                  </a:lnTo>
                  <a:lnTo>
                    <a:pt x="2577051" y="251102"/>
                  </a:lnTo>
                  <a:lnTo>
                    <a:pt x="2602903" y="213621"/>
                  </a:lnTo>
                  <a:lnTo>
                    <a:pt x="2634907" y="187367"/>
                  </a:lnTo>
                  <a:lnTo>
                    <a:pt x="2668239" y="160590"/>
                  </a:lnTo>
                  <a:lnTo>
                    <a:pt x="2738211" y="105732"/>
                  </a:lnTo>
                  <a:lnTo>
                    <a:pt x="2947794" y="23189"/>
                  </a:lnTo>
                  <a:lnTo>
                    <a:pt x="3088531" y="8709"/>
                  </a:lnTo>
                  <a:lnTo>
                    <a:pt x="2876401" y="92255"/>
                  </a:lnTo>
                  <a:lnTo>
                    <a:pt x="2847355" y="117344"/>
                  </a:lnTo>
                  <a:lnTo>
                    <a:pt x="2813526" y="130668"/>
                  </a:lnTo>
                  <a:lnTo>
                    <a:pt x="2784265" y="155842"/>
                  </a:lnTo>
                  <a:lnTo>
                    <a:pt x="2750307" y="169216"/>
                  </a:lnTo>
                  <a:lnTo>
                    <a:pt x="2738018" y="187705"/>
                  </a:lnTo>
                  <a:lnTo>
                    <a:pt x="2721741" y="194116"/>
                  </a:lnTo>
                  <a:lnTo>
                    <a:pt x="2710764" y="212089"/>
                  </a:lnTo>
                  <a:lnTo>
                    <a:pt x="2700409" y="229817"/>
                  </a:lnTo>
                  <a:lnTo>
                    <a:pt x="2685603" y="235648"/>
                  </a:lnTo>
                  <a:lnTo>
                    <a:pt x="2675784" y="253164"/>
                  </a:lnTo>
                  <a:lnTo>
                    <a:pt x="2666331" y="270537"/>
                  </a:lnTo>
                  <a:lnTo>
                    <a:pt x="2657275" y="287753"/>
                  </a:lnTo>
                  <a:lnTo>
                    <a:pt x="2645136" y="306184"/>
                  </a:lnTo>
                  <a:lnTo>
                    <a:pt x="2633793" y="324301"/>
                  </a:lnTo>
                  <a:lnTo>
                    <a:pt x="2623223" y="342113"/>
                  </a:lnTo>
                  <a:lnTo>
                    <a:pt x="2618060" y="371445"/>
                  </a:lnTo>
                  <a:lnTo>
                    <a:pt x="2611869" y="373884"/>
                  </a:lnTo>
                  <a:lnTo>
                    <a:pt x="2601927" y="418748"/>
                  </a:lnTo>
                  <a:lnTo>
                    <a:pt x="2596407" y="461870"/>
                  </a:lnTo>
                  <a:lnTo>
                    <a:pt x="2599369" y="515302"/>
                  </a:lnTo>
                  <a:lnTo>
                    <a:pt x="2601256" y="555507"/>
                  </a:lnTo>
                  <a:lnTo>
                    <a:pt x="2611128" y="606217"/>
                  </a:lnTo>
                  <a:lnTo>
                    <a:pt x="2624080" y="655714"/>
                  </a:lnTo>
                  <a:lnTo>
                    <a:pt x="2635210" y="692279"/>
                  </a:lnTo>
                  <a:lnTo>
                    <a:pt x="2644393" y="715961"/>
                  </a:lnTo>
                  <a:lnTo>
                    <a:pt x="2648984" y="727802"/>
                  </a:lnTo>
                  <a:lnTo>
                    <a:pt x="2674275" y="786089"/>
                  </a:lnTo>
                  <a:lnTo>
                    <a:pt x="2697058" y="831714"/>
                  </a:lnTo>
                  <a:lnTo>
                    <a:pt x="2721676" y="876616"/>
                  </a:lnTo>
                  <a:lnTo>
                    <a:pt x="2747879" y="920894"/>
                  </a:lnTo>
                  <a:lnTo>
                    <a:pt x="2775418" y="964646"/>
                  </a:lnTo>
                  <a:lnTo>
                    <a:pt x="2804045" y="1007969"/>
                  </a:lnTo>
                  <a:lnTo>
                    <a:pt x="2820585" y="1028754"/>
                  </a:lnTo>
                  <a:lnTo>
                    <a:pt x="2730413" y="1064268"/>
                  </a:lnTo>
                  <a:lnTo>
                    <a:pt x="2756727" y="1108502"/>
                  </a:lnTo>
                  <a:lnTo>
                    <a:pt x="2784770" y="1152055"/>
                  </a:lnTo>
                  <a:lnTo>
                    <a:pt x="2814426" y="1194973"/>
                  </a:lnTo>
                  <a:lnTo>
                    <a:pt x="2840922" y="1225486"/>
                  </a:lnTo>
                  <a:lnTo>
                    <a:pt x="2873390" y="1267297"/>
                  </a:lnTo>
                  <a:lnTo>
                    <a:pt x="2902179" y="1296907"/>
                  </a:lnTo>
                  <a:lnTo>
                    <a:pt x="2936608" y="1337945"/>
                  </a:lnTo>
                  <a:lnTo>
                    <a:pt x="2972036" y="1378590"/>
                  </a:lnTo>
                  <a:lnTo>
                    <a:pt x="3003822" y="1407020"/>
                  </a:lnTo>
                  <a:lnTo>
                    <a:pt x="3041285" y="1446863"/>
                  </a:lnTo>
                  <a:lnTo>
                    <a:pt x="3075130" y="1474482"/>
                  </a:lnTo>
                  <a:lnTo>
                    <a:pt x="3114678" y="1513504"/>
                  </a:lnTo>
                  <a:lnTo>
                    <a:pt x="3150632" y="1540292"/>
                  </a:lnTo>
                  <a:lnTo>
                    <a:pt x="3192312" y="1578474"/>
                  </a:lnTo>
                  <a:lnTo>
                    <a:pt x="3230424" y="1604413"/>
                  </a:lnTo>
                  <a:lnTo>
                    <a:pt x="3274286" y="1641736"/>
                  </a:lnTo>
                  <a:lnTo>
                    <a:pt x="3314605" y="1666805"/>
                  </a:lnTo>
                  <a:lnTo>
                    <a:pt x="3356045" y="1691432"/>
                  </a:lnTo>
                  <a:lnTo>
                    <a:pt x="3398619" y="1715613"/>
                  </a:lnTo>
                  <a:lnTo>
                    <a:pt x="3442339" y="1739342"/>
                  </a:lnTo>
                  <a:lnTo>
                    <a:pt x="3487218" y="1762615"/>
                  </a:lnTo>
                  <a:lnTo>
                    <a:pt x="3533268" y="1785427"/>
                  </a:lnTo>
                  <a:lnTo>
                    <a:pt x="3575847" y="1795957"/>
                  </a:lnTo>
                  <a:lnTo>
                    <a:pt x="3624276" y="1817832"/>
                  </a:lnTo>
                  <a:lnTo>
                    <a:pt x="3669258" y="1827415"/>
                  </a:lnTo>
                  <a:lnTo>
                    <a:pt x="3720114" y="1848334"/>
                  </a:lnTo>
                  <a:lnTo>
                    <a:pt x="3767548" y="1856951"/>
                  </a:lnTo>
                  <a:lnTo>
                    <a:pt x="3943449" y="1787673"/>
                  </a:lnTo>
                  <a:lnTo>
                    <a:pt x="3968883" y="1791305"/>
                  </a:lnTo>
                  <a:lnTo>
                    <a:pt x="3891323" y="1821852"/>
                  </a:lnTo>
                  <a:lnTo>
                    <a:pt x="3884861" y="1838047"/>
                  </a:lnTo>
                  <a:lnTo>
                    <a:pt x="3873692" y="1842446"/>
                  </a:lnTo>
                  <a:lnTo>
                    <a:pt x="3867112" y="1858687"/>
                  </a:lnTo>
                  <a:lnTo>
                    <a:pt x="3855803" y="1863141"/>
                  </a:lnTo>
                  <a:lnTo>
                    <a:pt x="3864469" y="1873377"/>
                  </a:lnTo>
                  <a:lnTo>
                    <a:pt x="3868367" y="1871842"/>
                  </a:lnTo>
                  <a:lnTo>
                    <a:pt x="3896088" y="1874574"/>
                  </a:lnTo>
                  <a:lnTo>
                    <a:pt x="3827391" y="1901630"/>
                  </a:lnTo>
                  <a:lnTo>
                    <a:pt x="3800662" y="1939455"/>
                  </a:lnTo>
                  <a:lnTo>
                    <a:pt x="3737081" y="1991795"/>
                  </a:lnTo>
                  <a:lnTo>
                    <a:pt x="3709708" y="2029875"/>
                  </a:lnTo>
                  <a:lnTo>
                    <a:pt x="3671655" y="2058512"/>
                  </a:lnTo>
                  <a:lnTo>
                    <a:pt x="3637752" y="2099164"/>
                  </a:lnTo>
                  <a:lnTo>
                    <a:pt x="3519387" y="2186730"/>
                  </a:lnTo>
                  <a:lnTo>
                    <a:pt x="3506638" y="2201531"/>
                  </a:lnTo>
                  <a:lnTo>
                    <a:pt x="3279203" y="2291105"/>
                  </a:lnTo>
                  <a:lnTo>
                    <a:pt x="3181256" y="2360843"/>
                  </a:lnTo>
                  <a:close/>
                </a:path>
                <a:path w="6548120" h="2644775">
                  <a:moveTo>
                    <a:pt x="3957592" y="1727505"/>
                  </a:moveTo>
                  <a:lnTo>
                    <a:pt x="3830792" y="1777444"/>
                  </a:lnTo>
                  <a:lnTo>
                    <a:pt x="3848055" y="1743347"/>
                  </a:lnTo>
                  <a:lnTo>
                    <a:pt x="3861146" y="1738191"/>
                  </a:lnTo>
                  <a:lnTo>
                    <a:pt x="3869455" y="1721269"/>
                  </a:lnTo>
                  <a:lnTo>
                    <a:pt x="3891868" y="1671493"/>
                  </a:lnTo>
                  <a:lnTo>
                    <a:pt x="3917480" y="1634107"/>
                  </a:lnTo>
                  <a:lnTo>
                    <a:pt x="3936864" y="1585524"/>
                  </a:lnTo>
                  <a:lnTo>
                    <a:pt x="3954553" y="1537609"/>
                  </a:lnTo>
                  <a:lnTo>
                    <a:pt x="3970425" y="1490410"/>
                  </a:lnTo>
                  <a:lnTo>
                    <a:pt x="3984359" y="1443973"/>
                  </a:lnTo>
                  <a:lnTo>
                    <a:pt x="3996236" y="1398347"/>
                  </a:lnTo>
                  <a:lnTo>
                    <a:pt x="4001279" y="1341763"/>
                  </a:lnTo>
                  <a:lnTo>
                    <a:pt x="4007234" y="1298469"/>
                  </a:lnTo>
                  <a:lnTo>
                    <a:pt x="4011490" y="1255844"/>
                  </a:lnTo>
                  <a:lnTo>
                    <a:pt x="4009403" y="1202068"/>
                  </a:lnTo>
                  <a:lnTo>
                    <a:pt x="4005640" y="1148953"/>
                  </a:lnTo>
                  <a:lnTo>
                    <a:pt x="4004867" y="1108309"/>
                  </a:lnTo>
                  <a:lnTo>
                    <a:pt x="3997788" y="1056499"/>
                  </a:lnTo>
                  <a:lnTo>
                    <a:pt x="3989069" y="1005334"/>
                  </a:lnTo>
                  <a:lnTo>
                    <a:pt x="3983377" y="966628"/>
                  </a:lnTo>
                  <a:lnTo>
                    <a:pt x="3971416" y="916741"/>
                  </a:lnTo>
                  <a:lnTo>
                    <a:pt x="3957851" y="867485"/>
                  </a:lnTo>
                  <a:lnTo>
                    <a:pt x="3942696" y="818856"/>
                  </a:lnTo>
                  <a:lnTo>
                    <a:pt x="3925961" y="770849"/>
                  </a:lnTo>
                  <a:lnTo>
                    <a:pt x="3916863" y="747133"/>
                  </a:lnTo>
                  <a:lnTo>
                    <a:pt x="3912314" y="735276"/>
                  </a:lnTo>
                  <a:lnTo>
                    <a:pt x="3892458" y="688498"/>
                  </a:lnTo>
                  <a:lnTo>
                    <a:pt x="3871060" y="642327"/>
                  </a:lnTo>
                  <a:lnTo>
                    <a:pt x="3848131" y="596760"/>
                  </a:lnTo>
                  <a:lnTo>
                    <a:pt x="3823685" y="551790"/>
                  </a:lnTo>
                  <a:lnTo>
                    <a:pt x="3797732" y="507413"/>
                  </a:lnTo>
                  <a:lnTo>
                    <a:pt x="3774940" y="475442"/>
                  </a:lnTo>
                  <a:lnTo>
                    <a:pt x="3746012" y="432237"/>
                  </a:lnTo>
                  <a:lnTo>
                    <a:pt x="3715615" y="389611"/>
                  </a:lnTo>
                  <a:lnTo>
                    <a:pt x="3688414" y="359375"/>
                  </a:lnTo>
                  <a:lnTo>
                    <a:pt x="3655114" y="317892"/>
                  </a:lnTo>
                  <a:lnTo>
                    <a:pt x="3623021" y="289583"/>
                  </a:lnTo>
                  <a:lnTo>
                    <a:pt x="3584032" y="250341"/>
                  </a:lnTo>
                  <a:lnTo>
                    <a:pt x="3542750" y="212002"/>
                  </a:lnTo>
                  <a:lnTo>
                    <a:pt x="3503781" y="186401"/>
                  </a:lnTo>
                  <a:lnTo>
                    <a:pt x="3457769" y="149925"/>
                  </a:lnTo>
                  <a:lnTo>
                    <a:pt x="3413972" y="126226"/>
                  </a:lnTo>
                  <a:lnTo>
                    <a:pt x="3367687" y="103506"/>
                  </a:lnTo>
                  <a:lnTo>
                    <a:pt x="3318867" y="81786"/>
                  </a:lnTo>
                  <a:lnTo>
                    <a:pt x="3267461" y="61083"/>
                  </a:lnTo>
                  <a:lnTo>
                    <a:pt x="3218075" y="53235"/>
                  </a:lnTo>
                  <a:lnTo>
                    <a:pt x="3169690" y="44992"/>
                  </a:lnTo>
                  <a:lnTo>
                    <a:pt x="3123491" y="49538"/>
                  </a:lnTo>
                  <a:lnTo>
                    <a:pt x="3070634" y="43056"/>
                  </a:lnTo>
                  <a:lnTo>
                    <a:pt x="3020893" y="48997"/>
                  </a:lnTo>
                  <a:lnTo>
                    <a:pt x="2974733" y="67177"/>
                  </a:lnTo>
                  <a:lnTo>
                    <a:pt x="2923312" y="73780"/>
                  </a:lnTo>
                  <a:lnTo>
                    <a:pt x="3088531" y="8709"/>
                  </a:lnTo>
                  <a:lnTo>
                    <a:pt x="3179958" y="0"/>
                  </a:lnTo>
                  <a:lnTo>
                    <a:pt x="3229098" y="7945"/>
                  </a:lnTo>
                  <a:lnTo>
                    <a:pt x="3272539" y="4485"/>
                  </a:lnTo>
                  <a:lnTo>
                    <a:pt x="3319421" y="13320"/>
                  </a:lnTo>
                  <a:lnTo>
                    <a:pt x="3364918" y="22700"/>
                  </a:lnTo>
                  <a:lnTo>
                    <a:pt x="3408863" y="32692"/>
                  </a:lnTo>
                  <a:lnTo>
                    <a:pt x="3451085" y="43362"/>
                  </a:lnTo>
                  <a:lnTo>
                    <a:pt x="3491415" y="54777"/>
                  </a:lnTo>
                  <a:lnTo>
                    <a:pt x="3529684" y="67004"/>
                  </a:lnTo>
                  <a:lnTo>
                    <a:pt x="3572988" y="77247"/>
                  </a:lnTo>
                  <a:lnTo>
                    <a:pt x="3618989" y="100079"/>
                  </a:lnTo>
                  <a:lnTo>
                    <a:pt x="3663026" y="123683"/>
                  </a:lnTo>
                  <a:lnTo>
                    <a:pt x="3691070" y="139937"/>
                  </a:lnTo>
                  <a:lnTo>
                    <a:pt x="3614516" y="170088"/>
                  </a:lnTo>
                  <a:lnTo>
                    <a:pt x="3656050" y="208328"/>
                  </a:lnTo>
                  <a:lnTo>
                    <a:pt x="3690911" y="235547"/>
                  </a:lnTo>
                  <a:lnTo>
                    <a:pt x="3728446" y="275361"/>
                  </a:lnTo>
                  <a:lnTo>
                    <a:pt x="3764045" y="315939"/>
                  </a:lnTo>
                  <a:lnTo>
                    <a:pt x="3793094" y="345446"/>
                  </a:lnTo>
                  <a:lnTo>
                    <a:pt x="3824944" y="387500"/>
                  </a:lnTo>
                  <a:lnTo>
                    <a:pt x="3854980" y="430268"/>
                  </a:lnTo>
                  <a:lnTo>
                    <a:pt x="3883246" y="473734"/>
                  </a:lnTo>
                  <a:lnTo>
                    <a:pt x="3909783" y="517881"/>
                  </a:lnTo>
                  <a:lnTo>
                    <a:pt x="3934631" y="562692"/>
                  </a:lnTo>
                  <a:lnTo>
                    <a:pt x="3957833" y="608152"/>
                  </a:lnTo>
                  <a:lnTo>
                    <a:pt x="3979431" y="654244"/>
                  </a:lnTo>
                  <a:lnTo>
                    <a:pt x="3999465" y="700952"/>
                  </a:lnTo>
                  <a:lnTo>
                    <a:pt x="4017977" y="748259"/>
                  </a:lnTo>
                  <a:lnTo>
                    <a:pt x="4035009" y="796149"/>
                  </a:lnTo>
                  <a:lnTo>
                    <a:pt x="4050602" y="844605"/>
                  </a:lnTo>
                  <a:lnTo>
                    <a:pt x="4064797" y="893612"/>
                  </a:lnTo>
                  <a:lnTo>
                    <a:pt x="4075629" y="936671"/>
                  </a:lnTo>
                  <a:lnTo>
                    <a:pt x="4076376" y="943650"/>
                  </a:lnTo>
                  <a:lnTo>
                    <a:pt x="4173481" y="905405"/>
                  </a:lnTo>
                  <a:lnTo>
                    <a:pt x="4177885" y="944620"/>
                  </a:lnTo>
                  <a:lnTo>
                    <a:pt x="4176988" y="985922"/>
                  </a:lnTo>
                  <a:lnTo>
                    <a:pt x="4177352" y="1040376"/>
                  </a:lnTo>
                  <a:lnTo>
                    <a:pt x="4175962" y="1095521"/>
                  </a:lnTo>
                  <a:lnTo>
                    <a:pt x="4172869" y="1151337"/>
                  </a:lnTo>
                  <a:lnTo>
                    <a:pt x="4163474" y="1195986"/>
                  </a:lnTo>
                  <a:lnTo>
                    <a:pt x="4157135" y="1253081"/>
                  </a:lnTo>
                  <a:lnTo>
                    <a:pt x="4144598" y="1298967"/>
                  </a:lnTo>
                  <a:lnTo>
                    <a:pt x="4135224" y="1357257"/>
                  </a:lnTo>
                  <a:lnTo>
                    <a:pt x="4119756" y="1404297"/>
                  </a:lnTo>
                  <a:lnTo>
                    <a:pt x="4102902" y="1451883"/>
                  </a:lnTo>
                  <a:lnTo>
                    <a:pt x="4084715" y="1499995"/>
                  </a:lnTo>
                  <a:lnTo>
                    <a:pt x="4060592" y="1536795"/>
                  </a:lnTo>
                  <a:lnTo>
                    <a:pt x="4039894" y="1585895"/>
                  </a:lnTo>
                  <a:lnTo>
                    <a:pt x="4018020" y="1635458"/>
                  </a:lnTo>
                  <a:lnTo>
                    <a:pt x="3994889" y="1671867"/>
                  </a:lnTo>
                  <a:lnTo>
                    <a:pt x="3970426" y="1708801"/>
                  </a:lnTo>
                  <a:lnTo>
                    <a:pt x="3957592" y="1727505"/>
                  </a:lnTo>
                  <a:close/>
                </a:path>
                <a:path w="6548120" h="2644775">
                  <a:moveTo>
                    <a:pt x="3231811" y="2395537"/>
                  </a:moveTo>
                  <a:lnTo>
                    <a:pt x="2719771" y="2597201"/>
                  </a:lnTo>
                  <a:lnTo>
                    <a:pt x="2370544" y="2639197"/>
                  </a:lnTo>
                  <a:lnTo>
                    <a:pt x="2316738" y="2633089"/>
                  </a:lnTo>
                  <a:lnTo>
                    <a:pt x="2219107" y="2644242"/>
                  </a:lnTo>
                  <a:lnTo>
                    <a:pt x="2166005" y="2637857"/>
                  </a:lnTo>
                  <a:lnTo>
                    <a:pt x="2117821" y="2643184"/>
                  </a:lnTo>
                  <a:lnTo>
                    <a:pt x="2012994" y="2629872"/>
                  </a:lnTo>
                  <a:lnTo>
                    <a:pt x="1965689" y="2634853"/>
                  </a:lnTo>
                  <a:lnTo>
                    <a:pt x="1914052" y="2627891"/>
                  </a:lnTo>
                  <a:lnTo>
                    <a:pt x="1711019" y="2598659"/>
                  </a:lnTo>
                  <a:lnTo>
                    <a:pt x="1562841" y="2575122"/>
                  </a:lnTo>
                  <a:lnTo>
                    <a:pt x="1466226" y="2558575"/>
                  </a:lnTo>
                  <a:lnTo>
                    <a:pt x="1413959" y="2538212"/>
                  </a:lnTo>
                  <a:lnTo>
                    <a:pt x="1320195" y="2520543"/>
                  </a:lnTo>
                  <a:lnTo>
                    <a:pt x="1269419" y="2499592"/>
                  </a:lnTo>
                  <a:lnTo>
                    <a:pt x="1223823" y="2490251"/>
                  </a:lnTo>
                  <a:lnTo>
                    <a:pt x="1173628" y="2469071"/>
                  </a:lnTo>
                  <a:lnTo>
                    <a:pt x="1128689" y="2459471"/>
                  </a:lnTo>
                  <a:lnTo>
                    <a:pt x="1079718" y="2437810"/>
                  </a:lnTo>
                  <a:lnTo>
                    <a:pt x="1031389" y="2415896"/>
                  </a:lnTo>
                  <a:lnTo>
                    <a:pt x="988374" y="2405538"/>
                  </a:lnTo>
                  <a:lnTo>
                    <a:pt x="941386" y="2383096"/>
                  </a:lnTo>
                  <a:lnTo>
                    <a:pt x="895098" y="2360378"/>
                  </a:lnTo>
                  <a:lnTo>
                    <a:pt x="849531" y="2337376"/>
                  </a:lnTo>
                  <a:lnTo>
                    <a:pt x="804703" y="2314083"/>
                  </a:lnTo>
                  <a:lnTo>
                    <a:pt x="760634" y="2290490"/>
                  </a:lnTo>
                  <a:lnTo>
                    <a:pt x="717345" y="2266591"/>
                  </a:lnTo>
                  <a:lnTo>
                    <a:pt x="674854" y="2242378"/>
                  </a:lnTo>
                  <a:lnTo>
                    <a:pt x="633182" y="2217841"/>
                  </a:lnTo>
                  <a:lnTo>
                    <a:pt x="592348" y="2192975"/>
                  </a:lnTo>
                  <a:lnTo>
                    <a:pt x="552372" y="2167771"/>
                  </a:lnTo>
                  <a:lnTo>
                    <a:pt x="513273" y="2142222"/>
                  </a:lnTo>
                  <a:lnTo>
                    <a:pt x="470418" y="2104502"/>
                  </a:lnTo>
                  <a:lnTo>
                    <a:pt x="433133" y="2078238"/>
                  </a:lnTo>
                  <a:lnTo>
                    <a:pt x="396784" y="2051606"/>
                  </a:lnTo>
                  <a:lnTo>
                    <a:pt x="356739" y="2012780"/>
                  </a:lnTo>
                  <a:lnTo>
                    <a:pt x="322322" y="1985386"/>
                  </a:lnTo>
                  <a:lnTo>
                    <a:pt x="284248" y="1945783"/>
                  </a:lnTo>
                  <a:lnTo>
                    <a:pt x="248501" y="1905264"/>
                  </a:lnTo>
                  <a:lnTo>
                    <a:pt x="218127" y="1876278"/>
                  </a:lnTo>
                  <a:lnTo>
                    <a:pt x="183755" y="1835218"/>
                  </a:lnTo>
                  <a:lnTo>
                    <a:pt x="154630" y="1805740"/>
                  </a:lnTo>
                  <a:lnTo>
                    <a:pt x="121381" y="1764237"/>
                  </a:lnTo>
                  <a:lnTo>
                    <a:pt x="93251" y="1734367"/>
                  </a:lnTo>
                  <a:lnTo>
                    <a:pt x="60871" y="1692522"/>
                  </a:lnTo>
                  <a:lnTo>
                    <a:pt x="131730" y="1664615"/>
                  </a:lnTo>
                  <a:lnTo>
                    <a:pt x="101524" y="1635563"/>
                  </a:lnTo>
                  <a:lnTo>
                    <a:pt x="67178" y="1594492"/>
                  </a:lnTo>
                  <a:lnTo>
                    <a:pt x="33339" y="1553221"/>
                  </a:lnTo>
                  <a:lnTo>
                    <a:pt x="0" y="1511754"/>
                  </a:lnTo>
                  <a:lnTo>
                    <a:pt x="5236" y="1496042"/>
                  </a:lnTo>
                  <a:lnTo>
                    <a:pt x="34107" y="1484671"/>
                  </a:lnTo>
                  <a:lnTo>
                    <a:pt x="70371" y="1484039"/>
                  </a:lnTo>
                  <a:lnTo>
                    <a:pt x="97781" y="1500542"/>
                  </a:lnTo>
                  <a:lnTo>
                    <a:pt x="126294" y="1530261"/>
                  </a:lnTo>
                  <a:lnTo>
                    <a:pt x="159976" y="1571593"/>
                  </a:lnTo>
                  <a:lnTo>
                    <a:pt x="194191" y="1612716"/>
                  </a:lnTo>
                  <a:lnTo>
                    <a:pt x="224305" y="1641804"/>
                  </a:lnTo>
                  <a:lnTo>
                    <a:pt x="259645" y="1682484"/>
                  </a:lnTo>
                  <a:lnTo>
                    <a:pt x="295573" y="1722931"/>
                  </a:lnTo>
                  <a:lnTo>
                    <a:pt x="327457" y="1751322"/>
                  </a:lnTo>
                  <a:lnTo>
                    <a:pt x="364621" y="1791283"/>
                  </a:lnTo>
                  <a:lnTo>
                    <a:pt x="386725" y="1809877"/>
                  </a:lnTo>
                  <a:lnTo>
                    <a:pt x="301039" y="1843624"/>
                  </a:lnTo>
                  <a:lnTo>
                    <a:pt x="333104" y="1871944"/>
                  </a:lnTo>
                  <a:lnTo>
                    <a:pt x="370588" y="1911779"/>
                  </a:lnTo>
                  <a:lnTo>
                    <a:pt x="408877" y="1951296"/>
                  </a:lnTo>
                  <a:lnTo>
                    <a:pt x="448014" y="1990480"/>
                  </a:lnTo>
                  <a:lnTo>
                    <a:pt x="483386" y="2017498"/>
                  </a:lnTo>
                  <a:lnTo>
                    <a:pt x="524342" y="2055965"/>
                  </a:lnTo>
                  <a:lnTo>
                    <a:pt x="561615" y="2082234"/>
                  </a:lnTo>
                  <a:lnTo>
                    <a:pt x="604555" y="2119920"/>
                  </a:lnTo>
                  <a:lnTo>
                    <a:pt x="643895" y="2145375"/>
                  </a:lnTo>
                  <a:lnTo>
                    <a:pt x="688984" y="2182215"/>
                  </a:lnTo>
                  <a:lnTo>
                    <a:pt x="730556" y="2206790"/>
                  </a:lnTo>
                  <a:lnTo>
                    <a:pt x="773306" y="2230902"/>
                  </a:lnTo>
                  <a:lnTo>
                    <a:pt x="817276" y="2254533"/>
                  </a:lnTo>
                  <a:lnTo>
                    <a:pt x="862506" y="2277668"/>
                  </a:lnTo>
                  <a:lnTo>
                    <a:pt x="913692" y="2312106"/>
                  </a:lnTo>
                  <a:lnTo>
                    <a:pt x="961567" y="2334199"/>
                  </a:lnTo>
                  <a:lnTo>
                    <a:pt x="1003528" y="2344972"/>
                  </a:lnTo>
                  <a:lnTo>
                    <a:pt x="1050644" y="2367364"/>
                  </a:lnTo>
                  <a:lnTo>
                    <a:pt x="1098255" y="2389561"/>
                  </a:lnTo>
                  <a:lnTo>
                    <a:pt x="1141698" y="2399750"/>
                  </a:lnTo>
                  <a:lnTo>
                    <a:pt x="1190276" y="2421566"/>
                  </a:lnTo>
                  <a:lnTo>
                    <a:pt x="1239326" y="2443197"/>
                  </a:lnTo>
                  <a:lnTo>
                    <a:pt x="1329507" y="2462277"/>
                  </a:lnTo>
                  <a:lnTo>
                    <a:pt x="1379932" y="2483366"/>
                  </a:lnTo>
                  <a:lnTo>
                    <a:pt x="1426147" y="2492463"/>
                  </a:lnTo>
                  <a:lnTo>
                    <a:pt x="1477453" y="2513205"/>
                  </a:lnTo>
                  <a:lnTo>
                    <a:pt x="1572038" y="2530551"/>
                  </a:lnTo>
                  <a:lnTo>
                    <a:pt x="1717012" y="2555351"/>
                  </a:lnTo>
                  <a:lnTo>
                    <a:pt x="1865528" y="2578755"/>
                  </a:lnTo>
                  <a:lnTo>
                    <a:pt x="1966412" y="2593620"/>
                  </a:lnTo>
                  <a:lnTo>
                    <a:pt x="2012740" y="2589024"/>
                  </a:lnTo>
                  <a:lnTo>
                    <a:pt x="2115748" y="2603052"/>
                  </a:lnTo>
                  <a:lnTo>
                    <a:pt x="2163106" y="2598050"/>
                  </a:lnTo>
                  <a:lnTo>
                    <a:pt x="2214933" y="2604937"/>
                  </a:lnTo>
                  <a:lnTo>
                    <a:pt x="2262612" y="2599809"/>
                  </a:lnTo>
                  <a:lnTo>
                    <a:pt x="2315410" y="2606313"/>
                  </a:lnTo>
                  <a:lnTo>
                    <a:pt x="2462241" y="2589433"/>
                  </a:lnTo>
                  <a:lnTo>
                    <a:pt x="2516505" y="2595360"/>
                  </a:lnTo>
                  <a:lnTo>
                    <a:pt x="2616463" y="2583284"/>
                  </a:lnTo>
                  <a:lnTo>
                    <a:pt x="2662102" y="2565310"/>
                  </a:lnTo>
                  <a:lnTo>
                    <a:pt x="2763115" y="2552832"/>
                  </a:lnTo>
                  <a:lnTo>
                    <a:pt x="3315155" y="2335413"/>
                  </a:lnTo>
                  <a:lnTo>
                    <a:pt x="3231811" y="2395537"/>
                  </a:lnTo>
                  <a:close/>
                </a:path>
                <a:path w="6548120" h="2644775">
                  <a:moveTo>
                    <a:pt x="4173481" y="905405"/>
                  </a:moveTo>
                  <a:lnTo>
                    <a:pt x="4077293" y="943289"/>
                  </a:lnTo>
                  <a:lnTo>
                    <a:pt x="4075629" y="936671"/>
                  </a:lnTo>
                  <a:lnTo>
                    <a:pt x="4070765" y="891262"/>
                  </a:lnTo>
                  <a:lnTo>
                    <a:pt x="4063075" y="839693"/>
                  </a:lnTo>
                  <a:lnTo>
                    <a:pt x="4053240" y="788968"/>
                  </a:lnTo>
                  <a:lnTo>
                    <a:pt x="4041198" y="739113"/>
                  </a:lnTo>
                  <a:lnTo>
                    <a:pt x="4026882" y="690153"/>
                  </a:lnTo>
                  <a:lnTo>
                    <a:pt x="4010229" y="642114"/>
                  </a:lnTo>
                  <a:lnTo>
                    <a:pt x="3995829" y="606837"/>
                  </a:lnTo>
                  <a:lnTo>
                    <a:pt x="3974307" y="560715"/>
                  </a:lnTo>
                  <a:lnTo>
                    <a:pt x="3950256" y="515590"/>
                  </a:lnTo>
                  <a:lnTo>
                    <a:pt x="3923608" y="471487"/>
                  </a:lnTo>
                  <a:lnTo>
                    <a:pt x="3894301" y="428432"/>
                  </a:lnTo>
                  <a:lnTo>
                    <a:pt x="3862270" y="386449"/>
                  </a:lnTo>
                  <a:lnTo>
                    <a:pt x="3827449" y="345565"/>
                  </a:lnTo>
                  <a:lnTo>
                    <a:pt x="3789501" y="305913"/>
                  </a:lnTo>
                  <a:lnTo>
                    <a:pt x="3748620" y="267416"/>
                  </a:lnTo>
                  <a:lnTo>
                    <a:pt x="3709607" y="241832"/>
                  </a:lnTo>
                  <a:lnTo>
                    <a:pt x="3663305" y="205470"/>
                  </a:lnTo>
                  <a:lnTo>
                    <a:pt x="3614516" y="170088"/>
                  </a:lnTo>
                  <a:lnTo>
                    <a:pt x="3691070" y="139937"/>
                  </a:lnTo>
                  <a:lnTo>
                    <a:pt x="3705092" y="148064"/>
                  </a:lnTo>
                  <a:lnTo>
                    <a:pt x="3745181" y="173224"/>
                  </a:lnTo>
                  <a:lnTo>
                    <a:pt x="3783285" y="199165"/>
                  </a:lnTo>
                  <a:lnTo>
                    <a:pt x="3824052" y="237707"/>
                  </a:lnTo>
                  <a:lnTo>
                    <a:pt x="3858167" y="265220"/>
                  </a:lnTo>
                  <a:lnTo>
                    <a:pt x="3890276" y="293522"/>
                  </a:lnTo>
                  <a:lnTo>
                    <a:pt x="3925028" y="334433"/>
                  </a:lnTo>
                  <a:lnTo>
                    <a:pt x="3953108" y="364322"/>
                  </a:lnTo>
                  <a:lnTo>
                    <a:pt x="3983816" y="406826"/>
                  </a:lnTo>
                  <a:lnTo>
                    <a:pt x="4012491" y="450130"/>
                  </a:lnTo>
                  <a:lnTo>
                    <a:pt x="4034474" y="482421"/>
                  </a:lnTo>
                  <a:lnTo>
                    <a:pt x="4059065" y="527334"/>
                  </a:lnTo>
                  <a:lnTo>
                    <a:pt x="4081603" y="573055"/>
                  </a:lnTo>
                  <a:lnTo>
                    <a:pt x="4097428" y="607771"/>
                  </a:lnTo>
                  <a:lnTo>
                    <a:pt x="4115840" y="655118"/>
                  </a:lnTo>
                  <a:lnTo>
                    <a:pt x="4132179" y="703280"/>
                  </a:lnTo>
                  <a:lnTo>
                    <a:pt x="4146438" y="752262"/>
                  </a:lnTo>
                  <a:lnTo>
                    <a:pt x="4153957" y="790250"/>
                  </a:lnTo>
                  <a:lnTo>
                    <a:pt x="4164035" y="840878"/>
                  </a:lnTo>
                  <a:lnTo>
                    <a:pt x="4172014" y="892334"/>
                  </a:lnTo>
                  <a:lnTo>
                    <a:pt x="4173481" y="905405"/>
                  </a:lnTo>
                  <a:close/>
                </a:path>
                <a:path w="6548120" h="2644775">
                  <a:moveTo>
                    <a:pt x="108357" y="1673820"/>
                  </a:moveTo>
                  <a:lnTo>
                    <a:pt x="65949" y="1690522"/>
                  </a:lnTo>
                  <a:lnTo>
                    <a:pt x="79450" y="1671556"/>
                  </a:lnTo>
                  <a:lnTo>
                    <a:pt x="108357" y="1673820"/>
                  </a:lnTo>
                  <a:close/>
                </a:path>
                <a:path w="6548120" h="2644775">
                  <a:moveTo>
                    <a:pt x="2905150" y="2414995"/>
                  </a:moveTo>
                  <a:lnTo>
                    <a:pt x="2604866" y="2533261"/>
                  </a:lnTo>
                  <a:lnTo>
                    <a:pt x="2408197" y="2556120"/>
                  </a:lnTo>
                  <a:lnTo>
                    <a:pt x="2354793" y="2549854"/>
                  </a:lnTo>
                  <a:lnTo>
                    <a:pt x="2210484" y="2565741"/>
                  </a:lnTo>
                  <a:lnTo>
                    <a:pt x="2158405" y="2558953"/>
                  </a:lnTo>
                  <a:lnTo>
                    <a:pt x="2111333" y="2563843"/>
                  </a:lnTo>
                  <a:lnTo>
                    <a:pt x="2059970" y="2556773"/>
                  </a:lnTo>
                  <a:lnTo>
                    <a:pt x="2013633" y="2561373"/>
                  </a:lnTo>
                  <a:lnTo>
                    <a:pt x="1912804" y="2546486"/>
                  </a:lnTo>
                  <a:lnTo>
                    <a:pt x="1867639" y="2550625"/>
                  </a:lnTo>
                  <a:lnTo>
                    <a:pt x="1720669" y="2526611"/>
                  </a:lnTo>
                  <a:lnTo>
                    <a:pt x="1624854" y="2509750"/>
                  </a:lnTo>
                  <a:lnTo>
                    <a:pt x="1530858" y="2492172"/>
                  </a:lnTo>
                  <a:lnTo>
                    <a:pt x="1438752" y="2473849"/>
                  </a:lnTo>
                  <a:lnTo>
                    <a:pt x="1388777" y="2452583"/>
                  </a:lnTo>
                  <a:lnTo>
                    <a:pt x="1299644" y="2433090"/>
                  </a:lnTo>
                  <a:lnTo>
                    <a:pt x="1251197" y="2411222"/>
                  </a:lnTo>
                  <a:lnTo>
                    <a:pt x="1207932" y="2400963"/>
                  </a:lnTo>
                  <a:lnTo>
                    <a:pt x="1160549" y="2378676"/>
                  </a:lnTo>
                  <a:lnTo>
                    <a:pt x="1118366" y="2367991"/>
                  </a:lnTo>
                  <a:lnTo>
                    <a:pt x="1072084" y="2345270"/>
                  </a:lnTo>
                  <a:lnTo>
                    <a:pt x="1026367" y="2322328"/>
                  </a:lnTo>
                  <a:lnTo>
                    <a:pt x="981222" y="2299159"/>
                  </a:lnTo>
                  <a:lnTo>
                    <a:pt x="941314" y="2287578"/>
                  </a:lnTo>
                  <a:lnTo>
                    <a:pt x="897344" y="2263947"/>
                  </a:lnTo>
                  <a:lnTo>
                    <a:pt x="853974" y="2240079"/>
                  </a:lnTo>
                  <a:lnTo>
                    <a:pt x="811215" y="2215971"/>
                  </a:lnTo>
                  <a:lnTo>
                    <a:pt x="769074" y="2191620"/>
                  </a:lnTo>
                  <a:lnTo>
                    <a:pt x="727562" y="2167021"/>
                  </a:lnTo>
                  <a:lnTo>
                    <a:pt x="686687" y="2142171"/>
                  </a:lnTo>
                  <a:lnTo>
                    <a:pt x="646458" y="2117066"/>
                  </a:lnTo>
                  <a:lnTo>
                    <a:pt x="606885" y="2091704"/>
                  </a:lnTo>
                  <a:lnTo>
                    <a:pt x="563323" y="2054263"/>
                  </a:lnTo>
                  <a:lnTo>
                    <a:pt x="525088" y="2028372"/>
                  </a:lnTo>
                  <a:lnTo>
                    <a:pt x="487537" y="2002213"/>
                  </a:lnTo>
                  <a:lnTo>
                    <a:pt x="450678" y="1975782"/>
                  </a:lnTo>
                  <a:lnTo>
                    <a:pt x="409866" y="1937257"/>
                  </a:lnTo>
                  <a:lnTo>
                    <a:pt x="374419" y="1910270"/>
                  </a:lnTo>
                  <a:lnTo>
                    <a:pt x="335038" y="1871182"/>
                  </a:lnTo>
                  <a:lnTo>
                    <a:pt x="301039" y="1843624"/>
                  </a:lnTo>
                  <a:lnTo>
                    <a:pt x="386725" y="1809877"/>
                  </a:lnTo>
                  <a:lnTo>
                    <a:pt x="397777" y="1819173"/>
                  </a:lnTo>
                  <a:lnTo>
                    <a:pt x="436251" y="1858619"/>
                  </a:lnTo>
                  <a:lnTo>
                    <a:pt x="470753" y="1885978"/>
                  </a:lnTo>
                  <a:lnTo>
                    <a:pt x="510611" y="1924878"/>
                  </a:lnTo>
                  <a:lnTo>
                    <a:pt x="546535" y="1951679"/>
                  </a:lnTo>
                  <a:lnTo>
                    <a:pt x="587851" y="1990004"/>
                  </a:lnTo>
                  <a:lnTo>
                    <a:pt x="625270" y="2016215"/>
                  </a:lnTo>
                  <a:lnTo>
                    <a:pt x="663465" y="2042121"/>
                  </a:lnTo>
                  <a:lnTo>
                    <a:pt x="707109" y="2079530"/>
                  </a:lnTo>
                  <a:lnTo>
                    <a:pt x="746911" y="2104803"/>
                  </a:lnTo>
                  <a:lnTo>
                    <a:pt x="787544" y="2129748"/>
                  </a:lnTo>
                  <a:lnTo>
                    <a:pt x="829028" y="2154358"/>
                  </a:lnTo>
                  <a:lnTo>
                    <a:pt x="871380" y="2178626"/>
                  </a:lnTo>
                  <a:lnTo>
                    <a:pt x="914620" y="2202545"/>
                  </a:lnTo>
                  <a:lnTo>
                    <a:pt x="958765" y="2226107"/>
                  </a:lnTo>
                  <a:lnTo>
                    <a:pt x="1003931" y="2249267"/>
                  </a:lnTo>
                  <a:lnTo>
                    <a:pt x="1049806" y="2272148"/>
                  </a:lnTo>
                  <a:lnTo>
                    <a:pt x="1096375" y="2294755"/>
                  </a:lnTo>
                  <a:lnTo>
                    <a:pt x="1143622" y="2317095"/>
                  </a:lnTo>
                  <a:lnTo>
                    <a:pt x="1191532" y="2339175"/>
                  </a:lnTo>
                  <a:lnTo>
                    <a:pt x="1240088" y="2360999"/>
                  </a:lnTo>
                  <a:lnTo>
                    <a:pt x="1284622" y="2370759"/>
                  </a:lnTo>
                  <a:lnTo>
                    <a:pt x="1334425" y="2392093"/>
                  </a:lnTo>
                  <a:lnTo>
                    <a:pt x="1380174" y="2401374"/>
                  </a:lnTo>
                  <a:lnTo>
                    <a:pt x="1431160" y="2422241"/>
                  </a:lnTo>
                  <a:lnTo>
                    <a:pt x="1478061" y="2431069"/>
                  </a:lnTo>
                  <a:lnTo>
                    <a:pt x="1530168" y="2451495"/>
                  </a:lnTo>
                  <a:lnTo>
                    <a:pt x="1626668" y="2468087"/>
                  </a:lnTo>
                  <a:lnTo>
                    <a:pt x="1675684" y="2476081"/>
                  </a:lnTo>
                  <a:lnTo>
                    <a:pt x="1729844" y="2495699"/>
                  </a:lnTo>
                  <a:lnTo>
                    <a:pt x="1830261" y="2510748"/>
                  </a:lnTo>
                  <a:lnTo>
                    <a:pt x="1876487" y="2506192"/>
                  </a:lnTo>
                  <a:lnTo>
                    <a:pt x="2031623" y="2526989"/>
                  </a:lnTo>
                  <a:lnTo>
                    <a:pt x="2079461" y="2521797"/>
                  </a:lnTo>
                  <a:lnTo>
                    <a:pt x="2132317" y="2528279"/>
                  </a:lnTo>
                  <a:lnTo>
                    <a:pt x="2180471" y="2522963"/>
                  </a:lnTo>
                  <a:lnTo>
                    <a:pt x="2233351" y="2529436"/>
                  </a:lnTo>
                  <a:lnTo>
                    <a:pt x="2378510" y="2513214"/>
                  </a:lnTo>
                  <a:lnTo>
                    <a:pt x="2431731" y="2519552"/>
                  </a:lnTo>
                  <a:lnTo>
                    <a:pt x="2475742" y="2502218"/>
                  </a:lnTo>
                  <a:lnTo>
                    <a:pt x="2671507" y="2479715"/>
                  </a:lnTo>
                  <a:lnTo>
                    <a:pt x="2716098" y="2462153"/>
                  </a:lnTo>
                  <a:lnTo>
                    <a:pt x="2765475" y="2456356"/>
                  </a:lnTo>
                  <a:lnTo>
                    <a:pt x="2855342" y="2420962"/>
                  </a:lnTo>
                  <a:lnTo>
                    <a:pt x="2905150" y="2414995"/>
                  </a:lnTo>
                  <a:close/>
                </a:path>
                <a:path w="6548120" h="2644775">
                  <a:moveTo>
                    <a:pt x="3943449" y="1787673"/>
                  </a:moveTo>
                  <a:lnTo>
                    <a:pt x="3767548" y="1856951"/>
                  </a:lnTo>
                  <a:lnTo>
                    <a:pt x="3774117" y="1840714"/>
                  </a:lnTo>
                  <a:lnTo>
                    <a:pt x="3785265" y="1836324"/>
                  </a:lnTo>
                  <a:lnTo>
                    <a:pt x="3791695" y="1820142"/>
                  </a:lnTo>
                  <a:lnTo>
                    <a:pt x="3802724" y="1815798"/>
                  </a:lnTo>
                  <a:lnTo>
                    <a:pt x="3754690" y="1807417"/>
                  </a:lnTo>
                  <a:lnTo>
                    <a:pt x="3703079" y="1786796"/>
                  </a:lnTo>
                  <a:lnTo>
                    <a:pt x="3657201" y="1777565"/>
                  </a:lnTo>
                  <a:lnTo>
                    <a:pt x="3612407" y="1767908"/>
                  </a:lnTo>
                  <a:lnTo>
                    <a:pt x="3564043" y="1746008"/>
                  </a:lnTo>
                  <a:lnTo>
                    <a:pt x="3521421" y="1735495"/>
                  </a:lnTo>
                  <a:lnTo>
                    <a:pt x="3475236" y="1712737"/>
                  </a:lnTo>
                  <a:lnTo>
                    <a:pt x="3430144" y="1689548"/>
                  </a:lnTo>
                  <a:lnTo>
                    <a:pt x="3390801" y="1677744"/>
                  </a:lnTo>
                  <a:lnTo>
                    <a:pt x="3347902" y="1653691"/>
                  </a:lnTo>
                  <a:lnTo>
                    <a:pt x="3306105" y="1629204"/>
                  </a:lnTo>
                  <a:lnTo>
                    <a:pt x="3260756" y="1592466"/>
                  </a:lnTo>
                  <a:lnTo>
                    <a:pt x="3221168" y="1567110"/>
                  </a:lnTo>
                  <a:lnTo>
                    <a:pt x="3182688" y="1541316"/>
                  </a:lnTo>
                  <a:lnTo>
                    <a:pt x="3140666" y="1503269"/>
                  </a:lnTo>
                  <a:lnTo>
                    <a:pt x="3104411" y="1476599"/>
                  </a:lnTo>
                  <a:lnTo>
                    <a:pt x="3064619" y="1437673"/>
                  </a:lnTo>
                  <a:lnTo>
                    <a:pt x="3030600" y="1410123"/>
                  </a:lnTo>
                  <a:lnTo>
                    <a:pt x="2993049" y="1370314"/>
                  </a:lnTo>
                  <a:lnTo>
                    <a:pt x="2956710" y="1330028"/>
                  </a:lnTo>
                  <a:lnTo>
                    <a:pt x="2925498" y="1301372"/>
                  </a:lnTo>
                  <a:lnTo>
                    <a:pt x="2890205" y="1260674"/>
                  </a:lnTo>
                  <a:lnTo>
                    <a:pt x="2855583" y="1219712"/>
                  </a:lnTo>
                  <a:lnTo>
                    <a:pt x="2821729" y="1178448"/>
                  </a:lnTo>
                  <a:lnTo>
                    <a:pt x="2788742" y="1136842"/>
                  </a:lnTo>
                  <a:lnTo>
                    <a:pt x="2761373" y="1106672"/>
                  </a:lnTo>
                  <a:lnTo>
                    <a:pt x="2730413" y="1064268"/>
                  </a:lnTo>
                  <a:lnTo>
                    <a:pt x="2820585" y="1028754"/>
                  </a:lnTo>
                  <a:lnTo>
                    <a:pt x="2828855" y="1039146"/>
                  </a:lnTo>
                  <a:lnTo>
                    <a:pt x="2858907" y="1081908"/>
                  </a:lnTo>
                  <a:lnTo>
                    <a:pt x="2889299" y="1124537"/>
                  </a:lnTo>
                  <a:lnTo>
                    <a:pt x="2915126" y="1155313"/>
                  </a:lnTo>
                  <a:lnTo>
                    <a:pt x="2948025" y="1196954"/>
                  </a:lnTo>
                  <a:lnTo>
                    <a:pt x="2976987" y="1226496"/>
                  </a:lnTo>
                  <a:lnTo>
                    <a:pt x="3011359" y="1267556"/>
                  </a:lnTo>
                  <a:lnTo>
                    <a:pt x="3046529" y="1308303"/>
                  </a:lnTo>
                  <a:lnTo>
                    <a:pt x="3077882" y="1336903"/>
                  </a:lnTo>
                  <a:lnTo>
                    <a:pt x="3114766" y="1376974"/>
                  </a:lnTo>
                  <a:lnTo>
                    <a:pt x="3147913" y="1404868"/>
                  </a:lnTo>
                  <a:lnTo>
                    <a:pt x="3186669" y="1444202"/>
                  </a:lnTo>
                  <a:lnTo>
                    <a:pt x="3221769" y="1471327"/>
                  </a:lnTo>
                  <a:lnTo>
                    <a:pt x="3262558" y="1509860"/>
                  </a:lnTo>
                  <a:lnTo>
                    <a:pt x="3299770" y="1536152"/>
                  </a:lnTo>
                  <a:lnTo>
                    <a:pt x="3338098" y="1562006"/>
                  </a:lnTo>
                  <a:lnTo>
                    <a:pt x="3377581" y="1587404"/>
                  </a:lnTo>
                  <a:lnTo>
                    <a:pt x="3418260" y="1612331"/>
                  </a:lnTo>
                  <a:lnTo>
                    <a:pt x="3460175" y="1636772"/>
                  </a:lnTo>
                  <a:lnTo>
                    <a:pt x="3503365" y="1660710"/>
                  </a:lnTo>
                  <a:lnTo>
                    <a:pt x="3547870" y="1684130"/>
                  </a:lnTo>
                  <a:lnTo>
                    <a:pt x="3593730" y="1707017"/>
                  </a:lnTo>
                  <a:lnTo>
                    <a:pt x="3636332" y="1717537"/>
                  </a:lnTo>
                  <a:lnTo>
                    <a:pt x="3685022" y="1739309"/>
                  </a:lnTo>
                  <a:lnTo>
                    <a:pt x="3730533" y="1748684"/>
                  </a:lnTo>
                  <a:lnTo>
                    <a:pt x="3782213" y="1769278"/>
                  </a:lnTo>
                  <a:lnTo>
                    <a:pt x="3830792" y="1777444"/>
                  </a:lnTo>
                  <a:lnTo>
                    <a:pt x="3957592" y="1727505"/>
                  </a:lnTo>
                  <a:lnTo>
                    <a:pt x="3944758" y="1746209"/>
                  </a:lnTo>
                  <a:lnTo>
                    <a:pt x="3918015" y="1784040"/>
                  </a:lnTo>
                  <a:lnTo>
                    <a:pt x="3943449" y="1787673"/>
                  </a:lnTo>
                  <a:close/>
                </a:path>
                <a:path w="6548120" h="2644775">
                  <a:moveTo>
                    <a:pt x="4077293" y="943289"/>
                  </a:moveTo>
                  <a:lnTo>
                    <a:pt x="4076376" y="943650"/>
                  </a:lnTo>
                  <a:lnTo>
                    <a:pt x="4075629" y="936671"/>
                  </a:lnTo>
                  <a:lnTo>
                    <a:pt x="4077293" y="943289"/>
                  </a:lnTo>
                  <a:close/>
                </a:path>
                <a:path w="6548120" h="2644775">
                  <a:moveTo>
                    <a:pt x="5622560" y="607681"/>
                  </a:moveTo>
                  <a:lnTo>
                    <a:pt x="5454653" y="673811"/>
                  </a:lnTo>
                  <a:lnTo>
                    <a:pt x="5452218" y="661120"/>
                  </a:lnTo>
                  <a:lnTo>
                    <a:pt x="5570053" y="614711"/>
                  </a:lnTo>
                  <a:lnTo>
                    <a:pt x="5622560" y="607681"/>
                  </a:lnTo>
                  <a:close/>
                </a:path>
                <a:path w="6548120" h="2644775">
                  <a:moveTo>
                    <a:pt x="5721671" y="582296"/>
                  </a:moveTo>
                  <a:lnTo>
                    <a:pt x="5463726" y="683887"/>
                  </a:lnTo>
                  <a:lnTo>
                    <a:pt x="5456743" y="672988"/>
                  </a:lnTo>
                  <a:lnTo>
                    <a:pt x="5669995" y="588999"/>
                  </a:lnTo>
                  <a:lnTo>
                    <a:pt x="5721671" y="582296"/>
                  </a:lnTo>
                  <a:close/>
                </a:path>
                <a:path w="6548120" h="2644775">
                  <a:moveTo>
                    <a:pt x="6020044" y="1051711"/>
                  </a:moveTo>
                  <a:lnTo>
                    <a:pt x="5601483" y="1216560"/>
                  </a:lnTo>
                  <a:lnTo>
                    <a:pt x="6019340" y="915494"/>
                  </a:lnTo>
                  <a:lnTo>
                    <a:pt x="6056017" y="873750"/>
                  </a:lnTo>
                  <a:lnTo>
                    <a:pt x="6220468" y="754383"/>
                  </a:lnTo>
                  <a:lnTo>
                    <a:pt x="6256704" y="712813"/>
                  </a:lnTo>
                  <a:lnTo>
                    <a:pt x="6378829" y="623766"/>
                  </a:lnTo>
                  <a:lnTo>
                    <a:pt x="6328007" y="630133"/>
                  </a:lnTo>
                  <a:lnTo>
                    <a:pt x="6272718" y="624609"/>
                  </a:lnTo>
                  <a:lnTo>
                    <a:pt x="6121641" y="643162"/>
                  </a:lnTo>
                  <a:lnTo>
                    <a:pt x="6066805" y="637459"/>
                  </a:lnTo>
                  <a:lnTo>
                    <a:pt x="5966529" y="649654"/>
                  </a:lnTo>
                  <a:lnTo>
                    <a:pt x="5911723" y="643940"/>
                  </a:lnTo>
                  <a:lnTo>
                    <a:pt x="5760851" y="662412"/>
                  </a:lnTo>
                  <a:lnTo>
                    <a:pt x="5705670" y="656845"/>
                  </a:lnTo>
                  <a:lnTo>
                    <a:pt x="5501593" y="682623"/>
                  </a:lnTo>
                  <a:lnTo>
                    <a:pt x="5485979" y="688772"/>
                  </a:lnTo>
                  <a:lnTo>
                    <a:pt x="5470311" y="681293"/>
                  </a:lnTo>
                  <a:lnTo>
                    <a:pt x="5768287" y="563937"/>
                  </a:lnTo>
                  <a:lnTo>
                    <a:pt x="5869630" y="551322"/>
                  </a:lnTo>
                  <a:lnTo>
                    <a:pt x="5675011" y="627972"/>
                  </a:lnTo>
                  <a:lnTo>
                    <a:pt x="5725360" y="621792"/>
                  </a:lnTo>
                  <a:lnTo>
                    <a:pt x="5726197" y="621462"/>
                  </a:lnTo>
                  <a:lnTo>
                    <a:pt x="5781883" y="626830"/>
                  </a:lnTo>
                  <a:lnTo>
                    <a:pt x="5934357" y="607727"/>
                  </a:lnTo>
                  <a:lnTo>
                    <a:pt x="6040438" y="606896"/>
                  </a:lnTo>
                  <a:lnTo>
                    <a:pt x="6091174" y="600563"/>
                  </a:lnTo>
                  <a:lnTo>
                    <a:pt x="6146619" y="606025"/>
                  </a:lnTo>
                  <a:lnTo>
                    <a:pt x="6299619" y="586715"/>
                  </a:lnTo>
                  <a:lnTo>
                    <a:pt x="6355581" y="591974"/>
                  </a:lnTo>
                  <a:lnTo>
                    <a:pt x="6449081" y="555149"/>
                  </a:lnTo>
                  <a:lnTo>
                    <a:pt x="6525007" y="566194"/>
                  </a:lnTo>
                  <a:lnTo>
                    <a:pt x="6526154" y="565743"/>
                  </a:lnTo>
                  <a:lnTo>
                    <a:pt x="6531496" y="577288"/>
                  </a:lnTo>
                  <a:lnTo>
                    <a:pt x="6539177" y="574263"/>
                  </a:lnTo>
                  <a:lnTo>
                    <a:pt x="6547500" y="584635"/>
                  </a:lnTo>
                  <a:lnTo>
                    <a:pt x="6541653" y="586937"/>
                  </a:lnTo>
                  <a:lnTo>
                    <a:pt x="6518556" y="636982"/>
                  </a:lnTo>
                  <a:lnTo>
                    <a:pt x="6404506" y="681901"/>
                  </a:lnTo>
                  <a:lnTo>
                    <a:pt x="6248842" y="797806"/>
                  </a:lnTo>
                  <a:lnTo>
                    <a:pt x="6214379" y="838678"/>
                  </a:lnTo>
                  <a:lnTo>
                    <a:pt x="6017621" y="984418"/>
                  </a:lnTo>
                  <a:lnTo>
                    <a:pt x="6286626" y="878472"/>
                  </a:lnTo>
                  <a:lnTo>
                    <a:pt x="6243335" y="909171"/>
                  </a:lnTo>
                  <a:lnTo>
                    <a:pt x="6195231" y="928117"/>
                  </a:lnTo>
                  <a:lnTo>
                    <a:pt x="6020044" y="1051711"/>
                  </a:lnTo>
                  <a:close/>
                </a:path>
                <a:path w="6548120" h="2644775">
                  <a:moveTo>
                    <a:pt x="5726197" y="621462"/>
                  </a:moveTo>
                  <a:lnTo>
                    <a:pt x="5725360" y="621792"/>
                  </a:lnTo>
                  <a:lnTo>
                    <a:pt x="5675011" y="627972"/>
                  </a:lnTo>
                  <a:lnTo>
                    <a:pt x="5726197" y="621462"/>
                  </a:lnTo>
                  <a:close/>
                </a:path>
                <a:path w="6548120" h="2644775">
                  <a:moveTo>
                    <a:pt x="6449081" y="555149"/>
                  </a:moveTo>
                  <a:lnTo>
                    <a:pt x="6355581" y="591974"/>
                  </a:lnTo>
                  <a:lnTo>
                    <a:pt x="6204860" y="569437"/>
                  </a:lnTo>
                  <a:lnTo>
                    <a:pt x="6158640" y="573992"/>
                  </a:lnTo>
                  <a:lnTo>
                    <a:pt x="6107423" y="566864"/>
                  </a:lnTo>
                  <a:lnTo>
                    <a:pt x="6013206" y="576672"/>
                  </a:lnTo>
                  <a:lnTo>
                    <a:pt x="5960867" y="569987"/>
                  </a:lnTo>
                  <a:lnTo>
                    <a:pt x="5912776" y="575278"/>
                  </a:lnTo>
                  <a:lnTo>
                    <a:pt x="5868919" y="592551"/>
                  </a:lnTo>
                  <a:lnTo>
                    <a:pt x="5770573" y="603985"/>
                  </a:lnTo>
                  <a:lnTo>
                    <a:pt x="5726197" y="621462"/>
                  </a:lnTo>
                  <a:lnTo>
                    <a:pt x="5675011" y="627972"/>
                  </a:lnTo>
                  <a:lnTo>
                    <a:pt x="5869630" y="551322"/>
                  </a:lnTo>
                  <a:lnTo>
                    <a:pt x="6067687" y="527916"/>
                  </a:lnTo>
                  <a:lnTo>
                    <a:pt x="6120925" y="534248"/>
                  </a:lnTo>
                  <a:lnTo>
                    <a:pt x="6169148" y="528905"/>
                  </a:lnTo>
                  <a:lnTo>
                    <a:pt x="6273841" y="542270"/>
                  </a:lnTo>
                  <a:lnTo>
                    <a:pt x="6321016" y="537339"/>
                  </a:lnTo>
                  <a:lnTo>
                    <a:pt x="6449081" y="555149"/>
                  </a:lnTo>
                  <a:close/>
                </a:path>
                <a:path w="6548120" h="2644775">
                  <a:moveTo>
                    <a:pt x="6065424" y="1593467"/>
                  </a:moveTo>
                  <a:lnTo>
                    <a:pt x="6028901" y="1594202"/>
                  </a:lnTo>
                  <a:lnTo>
                    <a:pt x="5998870" y="1592380"/>
                  </a:lnTo>
                  <a:lnTo>
                    <a:pt x="5990616" y="1581982"/>
                  </a:lnTo>
                  <a:lnTo>
                    <a:pt x="6050957" y="1435371"/>
                  </a:lnTo>
                  <a:lnTo>
                    <a:pt x="6075678" y="1398336"/>
                  </a:lnTo>
                  <a:lnTo>
                    <a:pt x="6135777" y="1251821"/>
                  </a:lnTo>
                  <a:lnTo>
                    <a:pt x="6285064" y="933684"/>
                  </a:lnTo>
                  <a:lnTo>
                    <a:pt x="6329745" y="847840"/>
                  </a:lnTo>
                  <a:lnTo>
                    <a:pt x="6104013" y="936743"/>
                  </a:lnTo>
                  <a:lnTo>
                    <a:pt x="6346103" y="759500"/>
                  </a:lnTo>
                  <a:lnTo>
                    <a:pt x="6381253" y="718358"/>
                  </a:lnTo>
                  <a:lnTo>
                    <a:pt x="6404506" y="681901"/>
                  </a:lnTo>
                  <a:lnTo>
                    <a:pt x="6518556" y="636982"/>
                  </a:lnTo>
                  <a:lnTo>
                    <a:pt x="6480170" y="720348"/>
                  </a:lnTo>
                  <a:lnTo>
                    <a:pt x="6477419" y="721432"/>
                  </a:lnTo>
                  <a:lnTo>
                    <a:pt x="6393072" y="918445"/>
                  </a:lnTo>
                  <a:lnTo>
                    <a:pt x="6236407" y="1239487"/>
                  </a:lnTo>
                  <a:lnTo>
                    <a:pt x="6130875" y="1485793"/>
                  </a:lnTo>
                  <a:lnTo>
                    <a:pt x="6105049" y="1523263"/>
                  </a:lnTo>
                  <a:lnTo>
                    <a:pt x="6083847" y="1572562"/>
                  </a:lnTo>
                  <a:lnTo>
                    <a:pt x="6065424" y="1593467"/>
                  </a:lnTo>
                  <a:close/>
                </a:path>
                <a:path w="6548120" h="2644775">
                  <a:moveTo>
                    <a:pt x="6286626" y="878472"/>
                  </a:moveTo>
                  <a:lnTo>
                    <a:pt x="6017621" y="984418"/>
                  </a:lnTo>
                  <a:lnTo>
                    <a:pt x="6058545" y="954651"/>
                  </a:lnTo>
                  <a:lnTo>
                    <a:pt x="6329745" y="847840"/>
                  </a:lnTo>
                  <a:lnTo>
                    <a:pt x="6286626" y="878472"/>
                  </a:lnTo>
                  <a:close/>
                </a:path>
                <a:path w="6548120" h="2644775">
                  <a:moveTo>
                    <a:pt x="5296068" y="1459692"/>
                  </a:moveTo>
                  <a:lnTo>
                    <a:pt x="4462765" y="1787885"/>
                  </a:lnTo>
                  <a:lnTo>
                    <a:pt x="4115022" y="1829296"/>
                  </a:lnTo>
                  <a:lnTo>
                    <a:pt x="4060642" y="1837063"/>
                  </a:lnTo>
                  <a:lnTo>
                    <a:pt x="4002920" y="1832498"/>
                  </a:lnTo>
                  <a:lnTo>
                    <a:pt x="3946487" y="1827425"/>
                  </a:lnTo>
                  <a:lnTo>
                    <a:pt x="3891323" y="1821852"/>
                  </a:lnTo>
                  <a:lnTo>
                    <a:pt x="3968883" y="1791305"/>
                  </a:lnTo>
                  <a:lnTo>
                    <a:pt x="4020352" y="1798333"/>
                  </a:lnTo>
                  <a:lnTo>
                    <a:pt x="4067731" y="1793323"/>
                  </a:lnTo>
                  <a:lnTo>
                    <a:pt x="4120289" y="1799922"/>
                  </a:lnTo>
                  <a:lnTo>
                    <a:pt x="4366398" y="1771240"/>
                  </a:lnTo>
                  <a:lnTo>
                    <a:pt x="4412022" y="1753272"/>
                  </a:lnTo>
                  <a:lnTo>
                    <a:pt x="4513336" y="1740668"/>
                  </a:lnTo>
                  <a:lnTo>
                    <a:pt x="4606104" y="1704132"/>
                  </a:lnTo>
                  <a:lnTo>
                    <a:pt x="4657335" y="1697605"/>
                  </a:lnTo>
                  <a:lnTo>
                    <a:pt x="5338974" y="1429144"/>
                  </a:lnTo>
                  <a:lnTo>
                    <a:pt x="5296068" y="1459692"/>
                  </a:lnTo>
                  <a:close/>
                </a:path>
                <a:path w="6548120" h="2644775">
                  <a:moveTo>
                    <a:pt x="4512373" y="1781996"/>
                  </a:moveTo>
                  <a:lnTo>
                    <a:pt x="4245133" y="1887248"/>
                  </a:lnTo>
                  <a:lnTo>
                    <a:pt x="4048911" y="1909931"/>
                  </a:lnTo>
                  <a:lnTo>
                    <a:pt x="3990266" y="1905729"/>
                  </a:lnTo>
                  <a:lnTo>
                    <a:pt x="3937683" y="1912789"/>
                  </a:lnTo>
                  <a:lnTo>
                    <a:pt x="3881844" y="1907482"/>
                  </a:lnTo>
                  <a:lnTo>
                    <a:pt x="3827391" y="1901630"/>
                  </a:lnTo>
                  <a:lnTo>
                    <a:pt x="3896088" y="1874574"/>
                  </a:lnTo>
                  <a:lnTo>
                    <a:pt x="3923808" y="1877305"/>
                  </a:lnTo>
                  <a:lnTo>
                    <a:pt x="4019025" y="1867103"/>
                  </a:lnTo>
                  <a:lnTo>
                    <a:pt x="4072150" y="1873480"/>
                  </a:lnTo>
                  <a:lnTo>
                    <a:pt x="4220481" y="1856009"/>
                  </a:lnTo>
                  <a:lnTo>
                    <a:pt x="4266098" y="1838042"/>
                  </a:lnTo>
                  <a:lnTo>
                    <a:pt x="4367617" y="1825359"/>
                  </a:lnTo>
                  <a:lnTo>
                    <a:pt x="4460839" y="1788643"/>
                  </a:lnTo>
                  <a:lnTo>
                    <a:pt x="4512373" y="1781996"/>
                  </a:lnTo>
                  <a:close/>
                </a:path>
                <a:path w="6548120" h="2644775">
                  <a:moveTo>
                    <a:pt x="5790952" y="1182886"/>
                  </a:moveTo>
                  <a:lnTo>
                    <a:pt x="5427491" y="1326034"/>
                  </a:lnTo>
                  <a:lnTo>
                    <a:pt x="5554607" y="1235022"/>
                  </a:lnTo>
                  <a:lnTo>
                    <a:pt x="5971301" y="1070908"/>
                  </a:lnTo>
                  <a:lnTo>
                    <a:pt x="5927117" y="1101960"/>
                  </a:lnTo>
                  <a:lnTo>
                    <a:pt x="5878195" y="1121227"/>
                  </a:lnTo>
                  <a:lnTo>
                    <a:pt x="5790952" y="1182886"/>
                  </a:lnTo>
                  <a:close/>
                </a:path>
                <a:path w="6548120" h="2644775">
                  <a:moveTo>
                    <a:pt x="5476921" y="1361164"/>
                  </a:moveTo>
                  <a:lnTo>
                    <a:pt x="5070928" y="1521063"/>
                  </a:lnTo>
                  <a:lnTo>
                    <a:pt x="5111957" y="1491254"/>
                  </a:lnTo>
                  <a:lnTo>
                    <a:pt x="5204872" y="1454660"/>
                  </a:lnTo>
                  <a:lnTo>
                    <a:pt x="5247676" y="1424153"/>
                  </a:lnTo>
                  <a:lnTo>
                    <a:pt x="5295063" y="1405490"/>
                  </a:lnTo>
                  <a:lnTo>
                    <a:pt x="5380318" y="1344613"/>
                  </a:lnTo>
                  <a:lnTo>
                    <a:pt x="5743412" y="1201610"/>
                  </a:lnTo>
                  <a:lnTo>
                    <a:pt x="5700537" y="1232146"/>
                  </a:lnTo>
                  <a:lnTo>
                    <a:pt x="5653016" y="1250862"/>
                  </a:lnTo>
                  <a:lnTo>
                    <a:pt x="5610155" y="1281392"/>
                  </a:lnTo>
                  <a:lnTo>
                    <a:pt x="5519784" y="1330634"/>
                  </a:lnTo>
                  <a:lnTo>
                    <a:pt x="5476921" y="1361164"/>
                  </a:lnTo>
                  <a:close/>
                </a:path>
                <a:path w="6548120" h="2644775">
                  <a:moveTo>
                    <a:pt x="5386519" y="1410418"/>
                  </a:moveTo>
                  <a:lnTo>
                    <a:pt x="4937137" y="1587406"/>
                  </a:lnTo>
                  <a:lnTo>
                    <a:pt x="4978827" y="1557337"/>
                  </a:lnTo>
                  <a:lnTo>
                    <a:pt x="5429398" y="1379881"/>
                  </a:lnTo>
                  <a:lnTo>
                    <a:pt x="5386519" y="1410418"/>
                  </a:lnTo>
                  <a:close/>
                </a:path>
                <a:path w="6548120" h="2644775">
                  <a:moveTo>
                    <a:pt x="5205542" y="1508995"/>
                  </a:moveTo>
                  <a:lnTo>
                    <a:pt x="4559375" y="1763485"/>
                  </a:lnTo>
                  <a:lnTo>
                    <a:pt x="4508665" y="1769807"/>
                  </a:lnTo>
                  <a:lnTo>
                    <a:pt x="5248488" y="1478431"/>
                  </a:lnTo>
                  <a:lnTo>
                    <a:pt x="5205542" y="1508995"/>
                  </a:lnTo>
                  <a:close/>
                </a:path>
                <a:path w="6548120" h="2644775">
                  <a:moveTo>
                    <a:pt x="5119692" y="1556456"/>
                  </a:moveTo>
                  <a:lnTo>
                    <a:pt x="4340010" y="1863530"/>
                  </a:lnTo>
                  <a:lnTo>
                    <a:pt x="4290143" y="1869521"/>
                  </a:lnTo>
                  <a:lnTo>
                    <a:pt x="5160384" y="1526780"/>
                  </a:lnTo>
                  <a:lnTo>
                    <a:pt x="5119692" y="1556456"/>
                  </a:lnTo>
                  <a:close/>
                </a:path>
                <a:path w="6548120" h="2644775">
                  <a:moveTo>
                    <a:pt x="5033174" y="1604180"/>
                  </a:moveTo>
                  <a:lnTo>
                    <a:pt x="4435613" y="1839527"/>
                  </a:lnTo>
                  <a:lnTo>
                    <a:pt x="4385404" y="1845652"/>
                  </a:lnTo>
                  <a:lnTo>
                    <a:pt x="5074179" y="1574381"/>
                  </a:lnTo>
                  <a:lnTo>
                    <a:pt x="5033174" y="1604180"/>
                  </a:lnTo>
                  <a:close/>
                </a:path>
                <a:path w="6548120" h="2644775">
                  <a:moveTo>
                    <a:pt x="3443243" y="2257660"/>
                  </a:moveTo>
                  <a:lnTo>
                    <a:pt x="3181671" y="2360679"/>
                  </a:lnTo>
                  <a:lnTo>
                    <a:pt x="3279203" y="2291105"/>
                  </a:lnTo>
                  <a:lnTo>
                    <a:pt x="3506638" y="2201531"/>
                  </a:lnTo>
                  <a:lnTo>
                    <a:pt x="3483800" y="2228044"/>
                  </a:lnTo>
                  <a:lnTo>
                    <a:pt x="3443243" y="2257660"/>
                  </a:lnTo>
                  <a:close/>
                </a:path>
                <a:path w="6548120" h="2644775">
                  <a:moveTo>
                    <a:pt x="3361194" y="2317281"/>
                  </a:moveTo>
                  <a:lnTo>
                    <a:pt x="3048302" y="2440512"/>
                  </a:lnTo>
                  <a:lnTo>
                    <a:pt x="3091362" y="2409903"/>
                  </a:lnTo>
                  <a:lnTo>
                    <a:pt x="3138929" y="2391169"/>
                  </a:lnTo>
                  <a:lnTo>
                    <a:pt x="3267041" y="2299764"/>
                  </a:lnTo>
                  <a:lnTo>
                    <a:pt x="3181669" y="2360680"/>
                  </a:lnTo>
                  <a:lnTo>
                    <a:pt x="3443243" y="2257660"/>
                  </a:lnTo>
                  <a:lnTo>
                    <a:pt x="3361194" y="2317281"/>
                  </a:lnTo>
                  <a:close/>
                </a:path>
                <a:path w="6548120" h="2644775">
                  <a:moveTo>
                    <a:pt x="4854138" y="1688342"/>
                  </a:moveTo>
                  <a:lnTo>
                    <a:pt x="4531780" y="1815302"/>
                  </a:lnTo>
                  <a:lnTo>
                    <a:pt x="4481309" y="1821530"/>
                  </a:lnTo>
                  <a:lnTo>
                    <a:pt x="4895524" y="1658393"/>
                  </a:lnTo>
                  <a:lnTo>
                    <a:pt x="4854138" y="1688342"/>
                  </a:lnTo>
                  <a:close/>
                </a:path>
                <a:path w="6548120" h="2644775">
                  <a:moveTo>
                    <a:pt x="3143272" y="2444057"/>
                  </a:moveTo>
                  <a:lnTo>
                    <a:pt x="2816724" y="2572667"/>
                  </a:lnTo>
                  <a:lnTo>
                    <a:pt x="2765820" y="2579065"/>
                  </a:lnTo>
                  <a:lnTo>
                    <a:pt x="3185265" y="2413868"/>
                  </a:lnTo>
                  <a:lnTo>
                    <a:pt x="3143272" y="2444057"/>
                  </a:lnTo>
                  <a:close/>
                </a:path>
                <a:path w="6548120" h="2644775">
                  <a:moveTo>
                    <a:pt x="3007713" y="2511096"/>
                  </a:moveTo>
                  <a:lnTo>
                    <a:pt x="2960996" y="2529495"/>
                  </a:lnTo>
                  <a:lnTo>
                    <a:pt x="2909691" y="2536052"/>
                  </a:lnTo>
                  <a:lnTo>
                    <a:pt x="3049809" y="2480867"/>
                  </a:lnTo>
                  <a:lnTo>
                    <a:pt x="3007713" y="2511096"/>
                  </a:lnTo>
                  <a:close/>
                </a:path>
              </a:pathLst>
            </a:custGeom>
            <a:solidFill>
              <a:srgbClr val="BCFF7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168898" cy="1028699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4335" y="856872"/>
              <a:ext cx="8742215" cy="280866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97065" y="438404"/>
            <a:ext cx="10666730" cy="3024505"/>
          </a:xfrm>
          <a:prstGeom prst="rect"/>
        </p:spPr>
        <p:txBody>
          <a:bodyPr wrap="square" lIns="0" tIns="161925" rIns="0" bIns="0" rtlCol="0" vert="horz">
            <a:spAutoFit/>
          </a:bodyPr>
          <a:lstStyle/>
          <a:p>
            <a:pPr marL="12700" marR="5080">
              <a:lnSpc>
                <a:spcPts val="7500"/>
              </a:lnSpc>
              <a:spcBef>
                <a:spcPts val="1275"/>
              </a:spcBef>
            </a:pPr>
            <a:r>
              <a:rPr dirty="0" sz="7150" spc="2180"/>
              <a:t>VISUALIZATION </a:t>
            </a:r>
            <a:r>
              <a:rPr dirty="0" sz="7150" spc="3200"/>
              <a:t>AND</a:t>
            </a:r>
            <a:r>
              <a:rPr dirty="0" sz="7150" spc="-204"/>
              <a:t> </a:t>
            </a:r>
            <a:r>
              <a:rPr dirty="0" sz="7150" spc="2865"/>
              <a:t>KEY </a:t>
            </a:r>
            <a:r>
              <a:rPr dirty="0" sz="7150" spc="2055"/>
              <a:t>INSIGHTS</a:t>
            </a:r>
            <a:endParaRPr sz="7150"/>
          </a:p>
        </p:txBody>
      </p:sp>
      <p:sp>
        <p:nvSpPr>
          <p:cNvPr id="7" name="object 7" descr=""/>
          <p:cNvSpPr txBox="1"/>
          <p:nvPr/>
        </p:nvSpPr>
        <p:spPr>
          <a:xfrm>
            <a:off x="8194293" y="4472186"/>
            <a:ext cx="7564755" cy="29972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800" spc="-540" b="1">
                <a:solidFill>
                  <a:srgbClr val="000001"/>
                </a:solidFill>
                <a:latin typeface="Tahoma"/>
                <a:cs typeface="Tahoma"/>
              </a:rPr>
              <a:t>I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0" b="1">
                <a:solidFill>
                  <a:srgbClr val="000001"/>
                </a:solidFill>
                <a:latin typeface="Tahoma"/>
                <a:cs typeface="Tahoma"/>
              </a:rPr>
              <a:t>used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Matplotlib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Seaborn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to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visualize:</a:t>
            </a:r>
            <a:endParaRPr sz="2800">
              <a:latin typeface="Tahoma"/>
              <a:cs typeface="Tahoma"/>
            </a:endParaRPr>
          </a:p>
          <a:p>
            <a:pPr marL="617220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617220" algn="l"/>
              </a:tabLst>
            </a:pP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Player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transfer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value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trends</a:t>
            </a:r>
            <a:endParaRPr sz="2800">
              <a:latin typeface="Tahoma"/>
              <a:cs typeface="Tahoma"/>
            </a:endParaRPr>
          </a:p>
          <a:p>
            <a:pPr marL="617220" marR="8255" indent="-303530">
              <a:lnSpc>
                <a:spcPct val="116100"/>
              </a:lnSpc>
              <a:buFont typeface="Arial MT"/>
              <a:buChar char="•"/>
              <a:tabLst>
                <a:tab pos="617220" algn="l"/>
                <a:tab pos="2760345" algn="l"/>
                <a:tab pos="4482465" algn="l"/>
                <a:tab pos="6518909" algn="l"/>
              </a:tabLst>
            </a:pP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Correlation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between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sentiment,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injury,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value</a:t>
            </a:r>
            <a:r>
              <a:rPr dirty="0" sz="2800" spc="-16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fluctuations</a:t>
            </a:r>
            <a:endParaRPr sz="2800">
              <a:latin typeface="Tahoma"/>
              <a:cs typeface="Tahoma"/>
            </a:endParaRPr>
          </a:p>
          <a:p>
            <a:pPr marL="617220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617220" algn="l"/>
                <a:tab pos="2187575" algn="l"/>
                <a:tab pos="4380230" algn="l"/>
                <a:tab pos="6076950" algn="l"/>
              </a:tabLst>
            </a:pP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Feature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importance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rankings</a:t>
            </a:r>
            <a:r>
              <a:rPr dirty="0" sz="2800" b="1">
                <a:solidFill>
                  <a:srgbClr val="000001"/>
                </a:solidFill>
                <a:latin typeface="Tahoma"/>
                <a:cs typeface="Tahoma"/>
              </a:rPr>
              <a:t>	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(through</a:t>
            </a:r>
            <a:endParaRPr sz="2800">
              <a:latin typeface="Tahoma"/>
              <a:cs typeface="Tahoma"/>
            </a:endParaRPr>
          </a:p>
          <a:p>
            <a:pPr marL="617220">
              <a:lnSpc>
                <a:spcPct val="100000"/>
              </a:lnSpc>
              <a:spcBef>
                <a:spcPts val="540"/>
              </a:spcBef>
            </a:pPr>
            <a:r>
              <a:rPr dirty="0" sz="2800" spc="-80" b="1">
                <a:solidFill>
                  <a:srgbClr val="000001"/>
                </a:solidFill>
                <a:latin typeface="Tahoma"/>
                <a:cs typeface="Tahoma"/>
              </a:rPr>
              <a:t>XGBoost’s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feature_importances_)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15454" y="1592706"/>
            <a:ext cx="4580255" cy="7604125"/>
          </a:xfrm>
          <a:custGeom>
            <a:avLst/>
            <a:gdLst/>
            <a:ahLst/>
            <a:cxnLst/>
            <a:rect l="l" t="t" r="r" b="b"/>
            <a:pathLst>
              <a:path w="4580255" h="7604125">
                <a:moveTo>
                  <a:pt x="4266501" y="1842389"/>
                </a:moveTo>
                <a:lnTo>
                  <a:pt x="4117403" y="0"/>
                </a:lnTo>
                <a:lnTo>
                  <a:pt x="0" y="0"/>
                </a:lnTo>
                <a:lnTo>
                  <a:pt x="149098" y="1842389"/>
                </a:lnTo>
                <a:lnTo>
                  <a:pt x="4266501" y="1842389"/>
                </a:lnTo>
                <a:close/>
              </a:path>
              <a:path w="4580255" h="7604125">
                <a:moveTo>
                  <a:pt x="4383468" y="4420616"/>
                </a:moveTo>
                <a:lnTo>
                  <a:pt x="4234370" y="2578227"/>
                </a:lnTo>
                <a:lnTo>
                  <a:pt x="116928" y="2578227"/>
                </a:lnTo>
                <a:lnTo>
                  <a:pt x="266026" y="4420616"/>
                </a:lnTo>
                <a:lnTo>
                  <a:pt x="4383468" y="4420616"/>
                </a:lnTo>
                <a:close/>
              </a:path>
              <a:path w="4580255" h="7604125">
                <a:moveTo>
                  <a:pt x="4579810" y="7603782"/>
                </a:moveTo>
                <a:lnTo>
                  <a:pt x="4430712" y="5761355"/>
                </a:lnTo>
                <a:lnTo>
                  <a:pt x="313245" y="5761355"/>
                </a:lnTo>
                <a:lnTo>
                  <a:pt x="462343" y="7603782"/>
                </a:lnTo>
                <a:lnTo>
                  <a:pt x="4579810" y="76037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71616" y="0"/>
            <a:ext cx="1787016" cy="10286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355959" y="3453996"/>
            <a:ext cx="4546600" cy="1870710"/>
          </a:xfrm>
          <a:custGeom>
            <a:avLst/>
            <a:gdLst/>
            <a:ahLst/>
            <a:cxnLst/>
            <a:rect l="l" t="t" r="r" b="b"/>
            <a:pathLst>
              <a:path w="4546600" h="1870710">
                <a:moveTo>
                  <a:pt x="2035424" y="384543"/>
                </a:moveTo>
                <a:lnTo>
                  <a:pt x="2297144" y="271553"/>
                </a:lnTo>
                <a:lnTo>
                  <a:pt x="2254114" y="303963"/>
                </a:lnTo>
                <a:lnTo>
                  <a:pt x="2206565" y="324491"/>
                </a:lnTo>
                <a:lnTo>
                  <a:pt x="2040686" y="451436"/>
                </a:lnTo>
                <a:lnTo>
                  <a:pt x="2005842" y="494145"/>
                </a:lnTo>
                <a:lnTo>
                  <a:pt x="1966820" y="524825"/>
                </a:lnTo>
                <a:lnTo>
                  <a:pt x="1933797" y="566747"/>
                </a:lnTo>
                <a:lnTo>
                  <a:pt x="1981669" y="573746"/>
                </a:lnTo>
                <a:lnTo>
                  <a:pt x="2027941" y="581435"/>
                </a:lnTo>
                <a:lnTo>
                  <a:pt x="2077674" y="601464"/>
                </a:lnTo>
                <a:lnTo>
                  <a:pt x="2120827" y="610500"/>
                </a:lnTo>
                <a:lnTo>
                  <a:pt x="2167493" y="631852"/>
                </a:lnTo>
                <a:lnTo>
                  <a:pt x="2212667" y="653849"/>
                </a:lnTo>
                <a:lnTo>
                  <a:pt x="2256374" y="676478"/>
                </a:lnTo>
                <a:lnTo>
                  <a:pt x="2298641" y="699729"/>
                </a:lnTo>
                <a:lnTo>
                  <a:pt x="2339496" y="723590"/>
                </a:lnTo>
                <a:lnTo>
                  <a:pt x="2383999" y="759710"/>
                </a:lnTo>
                <a:lnTo>
                  <a:pt x="2422109" y="784756"/>
                </a:lnTo>
                <a:lnTo>
                  <a:pt x="2463920" y="822037"/>
                </a:lnTo>
                <a:lnTo>
                  <a:pt x="2499391" y="848223"/>
                </a:lnTo>
                <a:lnTo>
                  <a:pt x="2536800" y="887404"/>
                </a:lnTo>
                <a:lnTo>
                  <a:pt x="2568117" y="915383"/>
                </a:lnTo>
                <a:lnTo>
                  <a:pt x="2603204" y="955567"/>
                </a:lnTo>
                <a:lnTo>
                  <a:pt x="2631788" y="984726"/>
                </a:lnTo>
                <a:lnTo>
                  <a:pt x="2663729" y="1026269"/>
                </a:lnTo>
                <a:lnTo>
                  <a:pt x="2693787" y="1068624"/>
                </a:lnTo>
                <a:lnTo>
                  <a:pt x="2721756" y="1111881"/>
                </a:lnTo>
                <a:lnTo>
                  <a:pt x="2742397" y="1144469"/>
                </a:lnTo>
                <a:lnTo>
                  <a:pt x="2765569" y="1189797"/>
                </a:lnTo>
                <a:lnTo>
                  <a:pt x="2775802" y="1213045"/>
                </a:lnTo>
                <a:lnTo>
                  <a:pt x="2780918" y="1224669"/>
                </a:lnTo>
                <a:lnTo>
                  <a:pt x="2803585" y="1284048"/>
                </a:lnTo>
                <a:lnTo>
                  <a:pt x="2818016" y="1333150"/>
                </a:lnTo>
                <a:lnTo>
                  <a:pt x="2824086" y="1372029"/>
                </a:lnTo>
                <a:lnTo>
                  <a:pt x="2831657" y="1424092"/>
                </a:lnTo>
                <a:lnTo>
                  <a:pt x="2835489" y="1477770"/>
                </a:lnTo>
                <a:lnTo>
                  <a:pt x="2830342" y="1521491"/>
                </a:lnTo>
                <a:lnTo>
                  <a:pt x="2821043" y="1567004"/>
                </a:lnTo>
                <a:lnTo>
                  <a:pt x="2822597" y="1580166"/>
                </a:lnTo>
                <a:lnTo>
                  <a:pt x="2815401" y="1583273"/>
                </a:lnTo>
                <a:lnTo>
                  <a:pt x="2816733" y="1596531"/>
                </a:lnTo>
                <a:lnTo>
                  <a:pt x="2812343" y="1598426"/>
                </a:lnTo>
                <a:lnTo>
                  <a:pt x="2812839" y="1612045"/>
                </a:lnTo>
                <a:lnTo>
                  <a:pt x="2808124" y="1614081"/>
                </a:lnTo>
                <a:lnTo>
                  <a:pt x="2808235" y="1627866"/>
                </a:lnTo>
                <a:lnTo>
                  <a:pt x="2785779" y="1665226"/>
                </a:lnTo>
                <a:lnTo>
                  <a:pt x="2760706" y="1703717"/>
                </a:lnTo>
                <a:lnTo>
                  <a:pt x="2728351" y="1731518"/>
                </a:lnTo>
                <a:lnTo>
                  <a:pt x="2699154" y="1771789"/>
                </a:lnTo>
                <a:lnTo>
                  <a:pt x="2530770" y="1844484"/>
                </a:lnTo>
                <a:lnTo>
                  <a:pt x="2434914" y="1858201"/>
                </a:lnTo>
                <a:lnTo>
                  <a:pt x="2595839" y="1788726"/>
                </a:lnTo>
                <a:lnTo>
                  <a:pt x="2614116" y="1767003"/>
                </a:lnTo>
                <a:lnTo>
                  <a:pt x="2637486" y="1756913"/>
                </a:lnTo>
                <a:lnTo>
                  <a:pt x="2655852" y="1735152"/>
                </a:lnTo>
                <a:lnTo>
                  <a:pt x="2678742" y="1725269"/>
                </a:lnTo>
                <a:lnTo>
                  <a:pt x="2684480" y="1708959"/>
                </a:lnTo>
                <a:lnTo>
                  <a:pt x="2694822" y="1704494"/>
                </a:lnTo>
                <a:lnTo>
                  <a:pt x="2699991" y="1688430"/>
                </a:lnTo>
                <a:lnTo>
                  <a:pt x="2709963" y="1684125"/>
                </a:lnTo>
                <a:lnTo>
                  <a:pt x="2714651" y="1668268"/>
                </a:lnTo>
                <a:lnTo>
                  <a:pt x="2724097" y="1664190"/>
                </a:lnTo>
                <a:lnTo>
                  <a:pt x="2730635" y="1647534"/>
                </a:lnTo>
                <a:lnTo>
                  <a:pt x="2736624" y="1631115"/>
                </a:lnTo>
                <a:lnTo>
                  <a:pt x="2742081" y="1614927"/>
                </a:lnTo>
                <a:lnTo>
                  <a:pt x="2747018" y="1598962"/>
                </a:lnTo>
                <a:lnTo>
                  <a:pt x="2751285" y="1597120"/>
                </a:lnTo>
                <a:lnTo>
                  <a:pt x="2758141" y="1552661"/>
                </a:lnTo>
                <a:lnTo>
                  <a:pt x="2759500" y="1510576"/>
                </a:lnTo>
                <a:lnTo>
                  <a:pt x="2751021" y="1458904"/>
                </a:lnTo>
                <a:lnTo>
                  <a:pt x="2743227" y="1420770"/>
                </a:lnTo>
                <a:lnTo>
                  <a:pt x="2726507" y="1372657"/>
                </a:lnTo>
                <a:lnTo>
                  <a:pt x="2706350" y="1326027"/>
                </a:lnTo>
                <a:lnTo>
                  <a:pt x="2688246" y="1292344"/>
                </a:lnTo>
                <a:lnTo>
                  <a:pt x="2662583" y="1248091"/>
                </a:lnTo>
                <a:lnTo>
                  <a:pt x="2634851" y="1204732"/>
                </a:lnTo>
                <a:lnTo>
                  <a:pt x="2605506" y="1162068"/>
                </a:lnTo>
                <a:lnTo>
                  <a:pt x="2597016" y="1151901"/>
                </a:lnTo>
                <a:lnTo>
                  <a:pt x="2656520" y="1126212"/>
                </a:lnTo>
                <a:lnTo>
                  <a:pt x="2636114" y="1093522"/>
                </a:lnTo>
                <a:lnTo>
                  <a:pt x="2614516" y="1061347"/>
                </a:lnTo>
                <a:lnTo>
                  <a:pt x="2591807" y="1029652"/>
                </a:lnTo>
                <a:lnTo>
                  <a:pt x="2573103" y="1010062"/>
                </a:lnTo>
                <a:lnTo>
                  <a:pt x="2539036" y="969437"/>
                </a:lnTo>
                <a:lnTo>
                  <a:pt x="2503573" y="929415"/>
                </a:lnTo>
                <a:lnTo>
                  <a:pt x="2471724" y="901666"/>
                </a:lnTo>
                <a:lnTo>
                  <a:pt x="2433396" y="862881"/>
                </a:lnTo>
                <a:lnTo>
                  <a:pt x="2398631" y="836391"/>
                </a:lnTo>
                <a:lnTo>
                  <a:pt x="2357336" y="798887"/>
                </a:lnTo>
                <a:lnTo>
                  <a:pt x="2319555" y="773699"/>
                </a:lnTo>
                <a:lnTo>
                  <a:pt x="2275193" y="737519"/>
                </a:lnTo>
                <a:lnTo>
                  <a:pt x="2234294" y="713676"/>
                </a:lnTo>
                <a:lnTo>
                  <a:pt x="2191799" y="690523"/>
                </a:lnTo>
                <a:lnTo>
                  <a:pt x="2147683" y="668070"/>
                </a:lnTo>
                <a:lnTo>
                  <a:pt x="2101920" y="646328"/>
                </a:lnTo>
                <a:lnTo>
                  <a:pt x="2054486" y="625308"/>
                </a:lnTo>
                <a:lnTo>
                  <a:pt x="2010388" y="616679"/>
                </a:lnTo>
                <a:lnTo>
                  <a:pt x="1959536" y="597134"/>
                </a:lnTo>
                <a:lnTo>
                  <a:pt x="1911970" y="590004"/>
                </a:lnTo>
                <a:lnTo>
                  <a:pt x="1805080" y="636150"/>
                </a:lnTo>
                <a:lnTo>
                  <a:pt x="1758546" y="642407"/>
                </a:lnTo>
                <a:lnTo>
                  <a:pt x="1832513" y="610474"/>
                </a:lnTo>
                <a:lnTo>
                  <a:pt x="1835175" y="595491"/>
                </a:lnTo>
                <a:lnTo>
                  <a:pt x="1842916" y="592149"/>
                </a:lnTo>
                <a:lnTo>
                  <a:pt x="1845675" y="577125"/>
                </a:lnTo>
                <a:lnTo>
                  <a:pt x="1837380" y="580706"/>
                </a:lnTo>
                <a:lnTo>
                  <a:pt x="1791697" y="586596"/>
                </a:lnTo>
                <a:lnTo>
                  <a:pt x="1866633" y="554244"/>
                </a:lnTo>
                <a:lnTo>
                  <a:pt x="1946831" y="464290"/>
                </a:lnTo>
                <a:lnTo>
                  <a:pt x="2019352" y="405315"/>
                </a:lnTo>
                <a:lnTo>
                  <a:pt x="2035424" y="384543"/>
                </a:lnTo>
                <a:close/>
              </a:path>
              <a:path w="4546600" h="1870710">
                <a:moveTo>
                  <a:pt x="1771240" y="692259"/>
                </a:moveTo>
                <a:lnTo>
                  <a:pt x="1861465" y="653306"/>
                </a:lnTo>
                <a:lnTo>
                  <a:pt x="1857389" y="668899"/>
                </a:lnTo>
                <a:lnTo>
                  <a:pt x="1848368" y="672794"/>
                </a:lnTo>
                <a:lnTo>
                  <a:pt x="1844469" y="688310"/>
                </a:lnTo>
                <a:lnTo>
                  <a:pt x="1821336" y="725963"/>
                </a:lnTo>
                <a:lnTo>
                  <a:pt x="1805067" y="774485"/>
                </a:lnTo>
                <a:lnTo>
                  <a:pt x="1785792" y="810473"/>
                </a:lnTo>
                <a:lnTo>
                  <a:pt x="1773776" y="857159"/>
                </a:lnTo>
                <a:lnTo>
                  <a:pt x="1764182" y="902800"/>
                </a:lnTo>
                <a:lnTo>
                  <a:pt x="1757209" y="947310"/>
                </a:lnTo>
                <a:lnTo>
                  <a:pt x="1757984" y="1002307"/>
                </a:lnTo>
                <a:lnTo>
                  <a:pt x="1756139" y="1044602"/>
                </a:lnTo>
                <a:lnTo>
                  <a:pt x="1761717" y="1097526"/>
                </a:lnTo>
                <a:lnTo>
                  <a:pt x="1764625" y="1137770"/>
                </a:lnTo>
                <a:lnTo>
                  <a:pt x="1774905" y="1188664"/>
                </a:lnTo>
                <a:lnTo>
                  <a:pt x="1787500" y="1238558"/>
                </a:lnTo>
                <a:lnTo>
                  <a:pt x="1802384" y="1287464"/>
                </a:lnTo>
                <a:lnTo>
                  <a:pt x="1819532" y="1335393"/>
                </a:lnTo>
                <a:lnTo>
                  <a:pt x="1833887" y="1370695"/>
                </a:lnTo>
                <a:lnTo>
                  <a:pt x="1855489" y="1416701"/>
                </a:lnTo>
                <a:lnTo>
                  <a:pt x="1879282" y="1461761"/>
                </a:lnTo>
                <a:lnTo>
                  <a:pt x="1905239" y="1505887"/>
                </a:lnTo>
                <a:lnTo>
                  <a:pt x="1933336" y="1549089"/>
                </a:lnTo>
                <a:lnTo>
                  <a:pt x="1958514" y="1579717"/>
                </a:lnTo>
                <a:lnTo>
                  <a:pt x="1990817" y="1621104"/>
                </a:lnTo>
                <a:lnTo>
                  <a:pt x="2025185" y="1661598"/>
                </a:lnTo>
                <a:lnTo>
                  <a:pt x="2058605" y="1688669"/>
                </a:lnTo>
                <a:lnTo>
                  <a:pt x="2100243" y="1726025"/>
                </a:lnTo>
                <a:lnTo>
                  <a:pt x="2145164" y="1761964"/>
                </a:lnTo>
                <a:lnTo>
                  <a:pt x="2188430" y="1784784"/>
                </a:lnTo>
                <a:lnTo>
                  <a:pt x="2235175" y="1806102"/>
                </a:lnTo>
                <a:lnTo>
                  <a:pt x="2285497" y="1825876"/>
                </a:lnTo>
                <a:lnTo>
                  <a:pt x="2334460" y="1832404"/>
                </a:lnTo>
                <a:lnTo>
                  <a:pt x="2382719" y="1839236"/>
                </a:lnTo>
                <a:lnTo>
                  <a:pt x="2429027" y="1833077"/>
                </a:lnTo>
                <a:lnTo>
                  <a:pt x="2527373" y="1818284"/>
                </a:lnTo>
                <a:lnTo>
                  <a:pt x="2434914" y="1858201"/>
                </a:lnTo>
                <a:lnTo>
                  <a:pt x="2341955" y="1870667"/>
                </a:lnTo>
                <a:lnTo>
                  <a:pt x="2292458" y="1864370"/>
                </a:lnTo>
                <a:lnTo>
                  <a:pt x="2244799" y="1857279"/>
                </a:lnTo>
                <a:lnTo>
                  <a:pt x="2199351" y="1849234"/>
                </a:lnTo>
                <a:lnTo>
                  <a:pt x="2156484" y="1840075"/>
                </a:lnTo>
                <a:lnTo>
                  <a:pt x="2116571" y="1829640"/>
                </a:lnTo>
                <a:lnTo>
                  <a:pt x="2074331" y="1820210"/>
                </a:lnTo>
                <a:lnTo>
                  <a:pt x="2029663" y="1797995"/>
                </a:lnTo>
                <a:lnTo>
                  <a:pt x="2001629" y="1782432"/>
                </a:lnTo>
                <a:lnTo>
                  <a:pt x="2054948" y="1759413"/>
                </a:lnTo>
                <a:lnTo>
                  <a:pt x="2018352" y="1733713"/>
                </a:lnTo>
                <a:lnTo>
                  <a:pt x="1979370" y="1695211"/>
                </a:lnTo>
                <a:lnTo>
                  <a:pt x="1947993" y="1667258"/>
                </a:lnTo>
                <a:lnTo>
                  <a:pt x="1914078" y="1626568"/>
                </a:lnTo>
                <a:lnTo>
                  <a:pt x="1882583" y="1584833"/>
                </a:lnTo>
                <a:lnTo>
                  <a:pt x="1831581" y="1510020"/>
                </a:lnTo>
                <a:lnTo>
                  <a:pt x="1806889" y="1465348"/>
                </a:lnTo>
                <a:lnTo>
                  <a:pt x="1784313" y="1419763"/>
                </a:lnTo>
                <a:lnTo>
                  <a:pt x="1779179" y="1408146"/>
                </a:lnTo>
                <a:lnTo>
                  <a:pt x="1774045" y="1396530"/>
                </a:lnTo>
                <a:lnTo>
                  <a:pt x="1745205" y="1325983"/>
                </a:lnTo>
                <a:lnTo>
                  <a:pt x="1728521" y="1277854"/>
                </a:lnTo>
                <a:lnTo>
                  <a:pt x="1718920" y="1240500"/>
                </a:lnTo>
                <a:lnTo>
                  <a:pt x="1714684" y="1229698"/>
                </a:lnTo>
                <a:lnTo>
                  <a:pt x="1714518" y="1228567"/>
                </a:lnTo>
                <a:lnTo>
                  <a:pt x="1647849" y="1257349"/>
                </a:lnTo>
                <a:lnTo>
                  <a:pt x="1645570" y="1244500"/>
                </a:lnTo>
                <a:lnTo>
                  <a:pt x="1644296" y="1203551"/>
                </a:lnTo>
                <a:lnTo>
                  <a:pt x="1642717" y="1148901"/>
                </a:lnTo>
                <a:lnTo>
                  <a:pt x="1643627" y="1093176"/>
                </a:lnTo>
                <a:lnTo>
                  <a:pt x="1651951" y="1048084"/>
                </a:lnTo>
                <a:lnTo>
                  <a:pt x="1657511" y="990351"/>
                </a:lnTo>
                <a:lnTo>
                  <a:pt x="1670267" y="943346"/>
                </a:lnTo>
                <a:lnTo>
                  <a:pt x="1685074" y="895454"/>
                </a:lnTo>
                <a:lnTo>
                  <a:pt x="1701825" y="846723"/>
                </a:lnTo>
                <a:lnTo>
                  <a:pt x="1720409" y="797201"/>
                </a:lnTo>
                <a:lnTo>
                  <a:pt x="1740717" y="746935"/>
                </a:lnTo>
                <a:lnTo>
                  <a:pt x="1758036" y="725625"/>
                </a:lnTo>
                <a:lnTo>
                  <a:pt x="1771240" y="692259"/>
                </a:lnTo>
                <a:close/>
              </a:path>
              <a:path w="4546600" h="1870710">
                <a:moveTo>
                  <a:pt x="2562435" y="87857"/>
                </a:moveTo>
                <a:lnTo>
                  <a:pt x="2693341" y="31342"/>
                </a:lnTo>
                <a:lnTo>
                  <a:pt x="2790706" y="16974"/>
                </a:lnTo>
                <a:lnTo>
                  <a:pt x="2844083" y="21596"/>
                </a:lnTo>
                <a:lnTo>
                  <a:pt x="2987433" y="1207"/>
                </a:lnTo>
                <a:lnTo>
                  <a:pt x="3039598" y="6353"/>
                </a:lnTo>
                <a:lnTo>
                  <a:pt x="3086356" y="0"/>
                </a:lnTo>
                <a:lnTo>
                  <a:pt x="3239224" y="17001"/>
                </a:lnTo>
                <a:lnTo>
                  <a:pt x="3284218" y="11410"/>
                </a:lnTo>
                <a:lnTo>
                  <a:pt x="3333735" y="17698"/>
                </a:lnTo>
                <a:lnTo>
                  <a:pt x="3431131" y="30982"/>
                </a:lnTo>
                <a:lnTo>
                  <a:pt x="3483987" y="49662"/>
                </a:lnTo>
                <a:lnTo>
                  <a:pt x="3531190" y="56950"/>
                </a:lnTo>
                <a:lnTo>
                  <a:pt x="3577744" y="64517"/>
                </a:lnTo>
                <a:lnTo>
                  <a:pt x="3623624" y="72376"/>
                </a:lnTo>
                <a:lnTo>
                  <a:pt x="3673834" y="92198"/>
                </a:lnTo>
                <a:lnTo>
                  <a:pt x="3725413" y="111429"/>
                </a:lnTo>
                <a:lnTo>
                  <a:pt x="3771052" y="119392"/>
                </a:lnTo>
                <a:lnTo>
                  <a:pt x="3820776" y="139424"/>
                </a:lnTo>
                <a:lnTo>
                  <a:pt x="3869509" y="159884"/>
                </a:lnTo>
                <a:lnTo>
                  <a:pt x="3917207" y="180791"/>
                </a:lnTo>
                <a:lnTo>
                  <a:pt x="3963828" y="202163"/>
                </a:lnTo>
                <a:lnTo>
                  <a:pt x="4004296" y="212358"/>
                </a:lnTo>
                <a:lnTo>
                  <a:pt x="4053669" y="246375"/>
                </a:lnTo>
                <a:lnTo>
                  <a:pt x="4096802" y="269252"/>
                </a:lnTo>
                <a:lnTo>
                  <a:pt x="4138688" y="292668"/>
                </a:lnTo>
                <a:lnTo>
                  <a:pt x="4179282" y="316642"/>
                </a:lnTo>
                <a:lnTo>
                  <a:pt x="4223577" y="352851"/>
                </a:lnTo>
                <a:lnTo>
                  <a:pt x="4261461" y="377994"/>
                </a:lnTo>
                <a:lnTo>
                  <a:pt x="4302960" y="415411"/>
                </a:lnTo>
                <a:lnTo>
                  <a:pt x="4342996" y="453458"/>
                </a:lnTo>
                <a:lnTo>
                  <a:pt x="4374483" y="481363"/>
                </a:lnTo>
                <a:lnTo>
                  <a:pt x="4405033" y="509673"/>
                </a:lnTo>
                <a:lnTo>
                  <a:pt x="4439798" y="549996"/>
                </a:lnTo>
                <a:lnTo>
                  <a:pt x="4468832" y="578961"/>
                </a:lnTo>
                <a:lnTo>
                  <a:pt x="4502322" y="619835"/>
                </a:lnTo>
                <a:lnTo>
                  <a:pt x="4453495" y="640914"/>
                </a:lnTo>
                <a:lnTo>
                  <a:pt x="4474756" y="659401"/>
                </a:lnTo>
                <a:lnTo>
                  <a:pt x="4500696" y="689701"/>
                </a:lnTo>
                <a:lnTo>
                  <a:pt x="4526288" y="720152"/>
                </a:lnTo>
                <a:lnTo>
                  <a:pt x="4546501" y="739091"/>
                </a:lnTo>
                <a:lnTo>
                  <a:pt x="4544720" y="753693"/>
                </a:lnTo>
                <a:lnTo>
                  <a:pt x="4524825" y="762282"/>
                </a:lnTo>
                <a:lnTo>
                  <a:pt x="4498010" y="760026"/>
                </a:lnTo>
                <a:lnTo>
                  <a:pt x="4480502" y="753751"/>
                </a:lnTo>
                <a:lnTo>
                  <a:pt x="4450877" y="725042"/>
                </a:lnTo>
                <a:lnTo>
                  <a:pt x="4415473" y="684995"/>
                </a:lnTo>
                <a:lnTo>
                  <a:pt x="4379285" y="645286"/>
                </a:lnTo>
                <a:lnTo>
                  <a:pt x="4347309" y="617592"/>
                </a:lnTo>
                <a:lnTo>
                  <a:pt x="4309440" y="578609"/>
                </a:lnTo>
                <a:lnTo>
                  <a:pt x="4280365" y="549662"/>
                </a:lnTo>
                <a:lnTo>
                  <a:pt x="4334147" y="526443"/>
                </a:lnTo>
                <a:lnTo>
                  <a:pt x="4295695" y="487712"/>
                </a:lnTo>
                <a:lnTo>
                  <a:pt x="4256100" y="449474"/>
                </a:lnTo>
                <a:lnTo>
                  <a:pt x="4215275" y="411767"/>
                </a:lnTo>
                <a:lnTo>
                  <a:pt x="4178167" y="386288"/>
                </a:lnTo>
                <a:lnTo>
                  <a:pt x="4134620" y="349756"/>
                </a:lnTo>
                <a:lnTo>
                  <a:pt x="4094614" y="325529"/>
                </a:lnTo>
                <a:lnTo>
                  <a:pt x="4047994" y="290324"/>
                </a:lnTo>
                <a:lnTo>
                  <a:pt x="4004739" y="267499"/>
                </a:lnTo>
                <a:lnTo>
                  <a:pt x="3959728" y="245432"/>
                </a:lnTo>
                <a:lnTo>
                  <a:pt x="3907841" y="212501"/>
                </a:lnTo>
                <a:lnTo>
                  <a:pt x="3859056" y="192063"/>
                </a:lnTo>
                <a:lnTo>
                  <a:pt x="3810746" y="171420"/>
                </a:lnTo>
                <a:lnTo>
                  <a:pt x="3766728" y="162758"/>
                </a:lnTo>
                <a:lnTo>
                  <a:pt x="3716949" y="142749"/>
                </a:lnTo>
                <a:lnTo>
                  <a:pt x="3666460" y="123048"/>
                </a:lnTo>
                <a:lnTo>
                  <a:pt x="3620310" y="115306"/>
                </a:lnTo>
                <a:lnTo>
                  <a:pt x="3568446" y="96197"/>
                </a:lnTo>
                <a:lnTo>
                  <a:pt x="3520953" y="89035"/>
                </a:lnTo>
                <a:lnTo>
                  <a:pt x="3467779" y="70492"/>
                </a:lnTo>
                <a:lnTo>
                  <a:pt x="3369617" y="57539"/>
                </a:lnTo>
                <a:lnTo>
                  <a:pt x="3269053" y="45622"/>
                </a:lnTo>
                <a:lnTo>
                  <a:pt x="3166214" y="34688"/>
                </a:lnTo>
                <a:lnTo>
                  <a:pt x="3113980" y="29573"/>
                </a:lnTo>
                <a:lnTo>
                  <a:pt x="3066258" y="36342"/>
                </a:lnTo>
                <a:lnTo>
                  <a:pt x="3012997" y="31670"/>
                </a:lnTo>
                <a:lnTo>
                  <a:pt x="2965529" y="38330"/>
                </a:lnTo>
                <a:lnTo>
                  <a:pt x="2912327" y="33633"/>
                </a:lnTo>
                <a:lnTo>
                  <a:pt x="2814214" y="48324"/>
                </a:lnTo>
                <a:lnTo>
                  <a:pt x="2759402" y="44321"/>
                </a:lnTo>
                <a:lnTo>
                  <a:pt x="2709252" y="52139"/>
                </a:lnTo>
                <a:lnTo>
                  <a:pt x="2663848" y="71741"/>
                </a:lnTo>
                <a:lnTo>
                  <a:pt x="2562435" y="87857"/>
                </a:lnTo>
                <a:close/>
              </a:path>
              <a:path w="4546600" h="1870710">
                <a:moveTo>
                  <a:pt x="1647849" y="1257349"/>
                </a:moveTo>
                <a:lnTo>
                  <a:pt x="1714281" y="1228669"/>
                </a:lnTo>
                <a:lnTo>
                  <a:pt x="1714684" y="1229698"/>
                </a:lnTo>
                <a:lnTo>
                  <a:pt x="1722167" y="1280597"/>
                </a:lnTo>
                <a:lnTo>
                  <a:pt x="1732846" y="1331318"/>
                </a:lnTo>
                <a:lnTo>
                  <a:pt x="1746690" y="1380673"/>
                </a:lnTo>
                <a:lnTo>
                  <a:pt x="1763833" y="1428605"/>
                </a:lnTo>
                <a:lnTo>
                  <a:pt x="1768977" y="1440217"/>
                </a:lnTo>
                <a:lnTo>
                  <a:pt x="1774121" y="1451829"/>
                </a:lnTo>
                <a:lnTo>
                  <a:pt x="1779264" y="1463442"/>
                </a:lnTo>
                <a:lnTo>
                  <a:pt x="1808550" y="1519963"/>
                </a:lnTo>
                <a:lnTo>
                  <a:pt x="1836392" y="1563275"/>
                </a:lnTo>
                <a:lnTo>
                  <a:pt x="1868068" y="1604932"/>
                </a:lnTo>
                <a:lnTo>
                  <a:pt x="1903713" y="1644875"/>
                </a:lnTo>
                <a:lnTo>
                  <a:pt x="1935786" y="1672528"/>
                </a:lnTo>
                <a:lnTo>
                  <a:pt x="1976011" y="1710494"/>
                </a:lnTo>
                <a:lnTo>
                  <a:pt x="2014120" y="1735540"/>
                </a:lnTo>
                <a:lnTo>
                  <a:pt x="2054948" y="1759413"/>
                </a:lnTo>
                <a:lnTo>
                  <a:pt x="2001629" y="1782432"/>
                </a:lnTo>
                <a:lnTo>
                  <a:pt x="1948191" y="1750170"/>
                </a:lnTo>
                <a:lnTo>
                  <a:pt x="1911413" y="1724549"/>
                </a:lnTo>
                <a:lnTo>
                  <a:pt x="1877291" y="1697781"/>
                </a:lnTo>
                <a:lnTo>
                  <a:pt x="1840803" y="1658202"/>
                </a:lnTo>
                <a:lnTo>
                  <a:pt x="1812029" y="1629125"/>
                </a:lnTo>
                <a:lnTo>
                  <a:pt x="1780915" y="1587226"/>
                </a:lnTo>
                <a:lnTo>
                  <a:pt x="1757541" y="1555818"/>
                </a:lnTo>
                <a:lnTo>
                  <a:pt x="1731851" y="1511577"/>
                </a:lnTo>
                <a:lnTo>
                  <a:pt x="1713925" y="1477817"/>
                </a:lnTo>
                <a:lnTo>
                  <a:pt x="1693710" y="1431212"/>
                </a:lnTo>
                <a:lnTo>
                  <a:pt x="1676251" y="1383418"/>
                </a:lnTo>
                <a:lnTo>
                  <a:pt x="1666594" y="1346088"/>
                </a:lnTo>
                <a:lnTo>
                  <a:pt x="1654685" y="1295897"/>
                </a:lnTo>
                <a:lnTo>
                  <a:pt x="1647849" y="1257349"/>
                </a:lnTo>
                <a:close/>
              </a:path>
              <a:path w="4546600" h="1870710">
                <a:moveTo>
                  <a:pt x="2204884" y="242219"/>
                </a:moveTo>
                <a:lnTo>
                  <a:pt x="2463531" y="130556"/>
                </a:lnTo>
                <a:lnTo>
                  <a:pt x="2419093" y="163573"/>
                </a:lnTo>
                <a:lnTo>
                  <a:pt x="2369747" y="184877"/>
                </a:lnTo>
                <a:lnTo>
                  <a:pt x="2325664" y="217742"/>
                </a:lnTo>
                <a:lnTo>
                  <a:pt x="2505252" y="140210"/>
                </a:lnTo>
                <a:lnTo>
                  <a:pt x="2555198" y="132480"/>
                </a:lnTo>
                <a:lnTo>
                  <a:pt x="2599645" y="113291"/>
                </a:lnTo>
                <a:lnTo>
                  <a:pt x="2986402" y="56985"/>
                </a:lnTo>
                <a:lnTo>
                  <a:pt x="3038450" y="62180"/>
                </a:lnTo>
                <a:lnTo>
                  <a:pt x="3084959" y="55935"/>
                </a:lnTo>
                <a:lnTo>
                  <a:pt x="3135979" y="61574"/>
                </a:lnTo>
                <a:lnTo>
                  <a:pt x="3181423" y="55788"/>
                </a:lnTo>
                <a:lnTo>
                  <a:pt x="3280681" y="68269"/>
                </a:lnTo>
                <a:lnTo>
                  <a:pt x="3377551" y="81780"/>
                </a:lnTo>
                <a:lnTo>
                  <a:pt x="3425045" y="88941"/>
                </a:lnTo>
                <a:lnTo>
                  <a:pt x="3471887" y="96385"/>
                </a:lnTo>
                <a:lnTo>
                  <a:pt x="3518059" y="104117"/>
                </a:lnTo>
                <a:lnTo>
                  <a:pt x="3568576" y="123807"/>
                </a:lnTo>
                <a:lnTo>
                  <a:pt x="3613353" y="132142"/>
                </a:lnTo>
                <a:lnTo>
                  <a:pt x="3657404" y="140790"/>
                </a:lnTo>
                <a:lnTo>
                  <a:pt x="3705744" y="161420"/>
                </a:lnTo>
                <a:lnTo>
                  <a:pt x="3748289" y="170718"/>
                </a:lnTo>
                <a:lnTo>
                  <a:pt x="3795088" y="192013"/>
                </a:lnTo>
                <a:lnTo>
                  <a:pt x="3841087" y="213654"/>
                </a:lnTo>
                <a:lnTo>
                  <a:pt x="3886269" y="235646"/>
                </a:lnTo>
                <a:lnTo>
                  <a:pt x="3925582" y="246340"/>
                </a:lnTo>
                <a:lnTo>
                  <a:pt x="3969074" y="269063"/>
                </a:lnTo>
                <a:lnTo>
                  <a:pt x="4011695" y="292162"/>
                </a:lnTo>
                <a:lnTo>
                  <a:pt x="4053424" y="315645"/>
                </a:lnTo>
                <a:lnTo>
                  <a:pt x="4094244" y="339521"/>
                </a:lnTo>
                <a:lnTo>
                  <a:pt x="4139171" y="375458"/>
                </a:lnTo>
                <a:lnTo>
                  <a:pt x="4178118" y="400142"/>
                </a:lnTo>
                <a:lnTo>
                  <a:pt x="4216100" y="425243"/>
                </a:lnTo>
                <a:lnTo>
                  <a:pt x="4258134" y="462429"/>
                </a:lnTo>
                <a:lnTo>
                  <a:pt x="4294133" y="488386"/>
                </a:lnTo>
                <a:lnTo>
                  <a:pt x="4334147" y="526443"/>
                </a:lnTo>
                <a:lnTo>
                  <a:pt x="4280365" y="549662"/>
                </a:lnTo>
                <a:lnTo>
                  <a:pt x="4270673" y="540013"/>
                </a:lnTo>
                <a:lnTo>
                  <a:pt x="4236005" y="513481"/>
                </a:lnTo>
                <a:lnTo>
                  <a:pt x="4195329" y="475710"/>
                </a:lnTo>
                <a:lnTo>
                  <a:pt x="4158675" y="450035"/>
                </a:lnTo>
                <a:lnTo>
                  <a:pt x="4115937" y="413154"/>
                </a:lnTo>
                <a:lnTo>
                  <a:pt x="4077145" y="388402"/>
                </a:lnTo>
                <a:lnTo>
                  <a:pt x="4037227" y="364137"/>
                </a:lnTo>
                <a:lnTo>
                  <a:pt x="3996145" y="340374"/>
                </a:lnTo>
                <a:lnTo>
                  <a:pt x="3948827" y="305470"/>
                </a:lnTo>
                <a:lnTo>
                  <a:pt x="3905303" y="282761"/>
                </a:lnTo>
                <a:lnTo>
                  <a:pt x="3860500" y="260604"/>
                </a:lnTo>
                <a:lnTo>
                  <a:pt x="3814901" y="238791"/>
                </a:lnTo>
                <a:lnTo>
                  <a:pt x="3768336" y="217396"/>
                </a:lnTo>
                <a:lnTo>
                  <a:pt x="3725870" y="208063"/>
                </a:lnTo>
                <a:lnTo>
                  <a:pt x="3677465" y="187462"/>
                </a:lnTo>
                <a:lnTo>
                  <a:pt x="3628185" y="167238"/>
                </a:lnTo>
                <a:lnTo>
                  <a:pt x="3583096" y="159038"/>
                </a:lnTo>
                <a:lnTo>
                  <a:pt x="3532159" y="139529"/>
                </a:lnTo>
                <a:lnTo>
                  <a:pt x="3485474" y="132018"/>
                </a:lnTo>
                <a:lnTo>
                  <a:pt x="3438036" y="124832"/>
                </a:lnTo>
                <a:lnTo>
                  <a:pt x="3384842" y="106298"/>
                </a:lnTo>
                <a:lnTo>
                  <a:pt x="3335991" y="99722"/>
                </a:lnTo>
                <a:lnTo>
                  <a:pt x="3236337" y="87413"/>
                </a:lnTo>
                <a:lnTo>
                  <a:pt x="3185595" y="81653"/>
                </a:lnTo>
                <a:lnTo>
                  <a:pt x="3139317" y="87799"/>
                </a:lnTo>
                <a:lnTo>
                  <a:pt x="3035107" y="77457"/>
                </a:lnTo>
                <a:lnTo>
                  <a:pt x="2934964" y="93025"/>
                </a:lnTo>
                <a:lnTo>
                  <a:pt x="2879673" y="89229"/>
                </a:lnTo>
                <a:lnTo>
                  <a:pt x="2728006" y="113207"/>
                </a:lnTo>
                <a:lnTo>
                  <a:pt x="2682142" y="133008"/>
                </a:lnTo>
                <a:lnTo>
                  <a:pt x="2579757" y="149544"/>
                </a:lnTo>
                <a:lnTo>
                  <a:pt x="2035424" y="384543"/>
                </a:lnTo>
                <a:lnTo>
                  <a:pt x="2051497" y="363771"/>
                </a:lnTo>
                <a:lnTo>
                  <a:pt x="2204884" y="242219"/>
                </a:lnTo>
                <a:close/>
              </a:path>
              <a:path w="4546600" h="1870710">
                <a:moveTo>
                  <a:pt x="1805080" y="636150"/>
                </a:moveTo>
                <a:lnTo>
                  <a:pt x="1904236" y="593342"/>
                </a:lnTo>
                <a:lnTo>
                  <a:pt x="1901588" y="608318"/>
                </a:lnTo>
                <a:lnTo>
                  <a:pt x="1886351" y="614897"/>
                </a:lnTo>
                <a:lnTo>
                  <a:pt x="1940204" y="633146"/>
                </a:lnTo>
                <a:lnTo>
                  <a:pt x="1987435" y="640421"/>
                </a:lnTo>
                <a:lnTo>
                  <a:pt x="2033074" y="648384"/>
                </a:lnTo>
                <a:lnTo>
                  <a:pt x="2082147" y="668697"/>
                </a:lnTo>
                <a:lnTo>
                  <a:pt x="2129617" y="689703"/>
                </a:lnTo>
                <a:lnTo>
                  <a:pt x="2170442" y="699744"/>
                </a:lnTo>
                <a:lnTo>
                  <a:pt x="2214686" y="722142"/>
                </a:lnTo>
                <a:lnTo>
                  <a:pt x="2262342" y="756900"/>
                </a:lnTo>
                <a:lnTo>
                  <a:pt x="2303338" y="780700"/>
                </a:lnTo>
                <a:lnTo>
                  <a:pt x="2342701" y="805205"/>
                </a:lnTo>
                <a:lnTo>
                  <a:pt x="2385460" y="842077"/>
                </a:lnTo>
                <a:lnTo>
                  <a:pt x="2421542" y="867999"/>
                </a:lnTo>
                <a:lnTo>
                  <a:pt x="2461008" y="906292"/>
                </a:lnTo>
                <a:lnTo>
                  <a:pt x="2497358" y="945931"/>
                </a:lnTo>
                <a:lnTo>
                  <a:pt x="2528053" y="974179"/>
                </a:lnTo>
                <a:lnTo>
                  <a:pt x="2563000" y="1014423"/>
                </a:lnTo>
                <a:lnTo>
                  <a:pt x="2591973" y="1043414"/>
                </a:lnTo>
                <a:lnTo>
                  <a:pt x="2624877" y="1084540"/>
                </a:lnTo>
                <a:lnTo>
                  <a:pt x="2656520" y="1126212"/>
                </a:lnTo>
                <a:lnTo>
                  <a:pt x="2597016" y="1151901"/>
                </a:lnTo>
                <a:lnTo>
                  <a:pt x="2580037" y="1131565"/>
                </a:lnTo>
                <a:lnTo>
                  <a:pt x="2548833" y="1089704"/>
                </a:lnTo>
                <a:lnTo>
                  <a:pt x="2522418" y="1059609"/>
                </a:lnTo>
                <a:lnTo>
                  <a:pt x="2487981" y="1019144"/>
                </a:lnTo>
                <a:lnTo>
                  <a:pt x="2457532" y="990791"/>
                </a:lnTo>
                <a:lnTo>
                  <a:pt x="2420921" y="951264"/>
                </a:lnTo>
                <a:lnTo>
                  <a:pt x="2383101" y="912260"/>
                </a:lnTo>
                <a:lnTo>
                  <a:pt x="2349024" y="885473"/>
                </a:lnTo>
                <a:lnTo>
                  <a:pt x="2308540" y="847619"/>
                </a:lnTo>
                <a:lnTo>
                  <a:pt x="2271636" y="822052"/>
                </a:lnTo>
                <a:lnTo>
                  <a:pt x="2233196" y="797149"/>
                </a:lnTo>
                <a:lnTo>
                  <a:pt x="2188104" y="761283"/>
                </a:lnTo>
                <a:lnTo>
                  <a:pt x="2146348" y="737812"/>
                </a:lnTo>
                <a:lnTo>
                  <a:pt x="2102811" y="715108"/>
                </a:lnTo>
                <a:lnTo>
                  <a:pt x="2062446" y="704869"/>
                </a:lnTo>
                <a:lnTo>
                  <a:pt x="2015103" y="683809"/>
                </a:lnTo>
                <a:lnTo>
                  <a:pt x="1965735" y="663623"/>
                </a:lnTo>
                <a:lnTo>
                  <a:pt x="1919294" y="656007"/>
                </a:lnTo>
                <a:lnTo>
                  <a:pt x="1870664" y="649335"/>
                </a:lnTo>
                <a:lnTo>
                  <a:pt x="1771240" y="692259"/>
                </a:lnTo>
                <a:lnTo>
                  <a:pt x="1790307" y="670194"/>
                </a:lnTo>
                <a:lnTo>
                  <a:pt x="1805080" y="636150"/>
                </a:lnTo>
                <a:close/>
              </a:path>
              <a:path w="4546600" h="1870710">
                <a:moveTo>
                  <a:pt x="1714281" y="1228669"/>
                </a:moveTo>
                <a:lnTo>
                  <a:pt x="1714518" y="1228567"/>
                </a:lnTo>
                <a:lnTo>
                  <a:pt x="1714684" y="1229698"/>
                </a:lnTo>
                <a:lnTo>
                  <a:pt x="1714281" y="1228669"/>
                </a:lnTo>
                <a:close/>
              </a:path>
              <a:path w="4546600" h="1870710">
                <a:moveTo>
                  <a:pt x="603563" y="1514527"/>
                </a:moveTo>
                <a:lnTo>
                  <a:pt x="758452" y="1447658"/>
                </a:lnTo>
                <a:lnTo>
                  <a:pt x="761956" y="1459978"/>
                </a:lnTo>
                <a:lnTo>
                  <a:pt x="654357" y="1506431"/>
                </a:lnTo>
                <a:lnTo>
                  <a:pt x="603563" y="1514527"/>
                </a:lnTo>
                <a:close/>
              </a:path>
              <a:path w="4546600" h="1870710">
                <a:moveTo>
                  <a:pt x="267849" y="1258305"/>
                </a:moveTo>
                <a:lnTo>
                  <a:pt x="574175" y="1126058"/>
                </a:lnTo>
                <a:lnTo>
                  <a:pt x="339959" y="1310171"/>
                </a:lnTo>
                <a:lnTo>
                  <a:pt x="306343" y="1352350"/>
                </a:lnTo>
                <a:lnTo>
                  <a:pt x="152907" y="1473923"/>
                </a:lnTo>
                <a:lnTo>
                  <a:pt x="119880" y="1515848"/>
                </a:lnTo>
                <a:lnTo>
                  <a:pt x="318913" y="1485253"/>
                </a:lnTo>
                <a:lnTo>
                  <a:pt x="373391" y="1489400"/>
                </a:lnTo>
                <a:lnTo>
                  <a:pt x="521892" y="1466788"/>
                </a:lnTo>
                <a:lnTo>
                  <a:pt x="576676" y="1470802"/>
                </a:lnTo>
                <a:lnTo>
                  <a:pt x="727487" y="1447193"/>
                </a:lnTo>
                <a:lnTo>
                  <a:pt x="745835" y="1439272"/>
                </a:lnTo>
                <a:lnTo>
                  <a:pt x="755407" y="1448973"/>
                </a:lnTo>
                <a:lnTo>
                  <a:pt x="558358" y="1534043"/>
                </a:lnTo>
                <a:lnTo>
                  <a:pt x="459502" y="1549055"/>
                </a:lnTo>
                <a:lnTo>
                  <a:pt x="606162" y="1485739"/>
                </a:lnTo>
                <a:lnTo>
                  <a:pt x="503738" y="1502291"/>
                </a:lnTo>
                <a:lnTo>
                  <a:pt x="447733" y="1498804"/>
                </a:lnTo>
                <a:lnTo>
                  <a:pt x="345962" y="1515074"/>
                </a:lnTo>
                <a:lnTo>
                  <a:pt x="290006" y="1511566"/>
                </a:lnTo>
                <a:lnTo>
                  <a:pt x="136346" y="1536405"/>
                </a:lnTo>
                <a:lnTo>
                  <a:pt x="89154" y="1556779"/>
                </a:lnTo>
                <a:lnTo>
                  <a:pt x="14118" y="1547674"/>
                </a:lnTo>
                <a:lnTo>
                  <a:pt x="7561" y="1550505"/>
                </a:lnTo>
                <a:lnTo>
                  <a:pt x="0" y="1539937"/>
                </a:lnTo>
                <a:lnTo>
                  <a:pt x="4029" y="1538197"/>
                </a:lnTo>
                <a:lnTo>
                  <a:pt x="16033" y="1519181"/>
                </a:lnTo>
                <a:lnTo>
                  <a:pt x="19500" y="1503852"/>
                </a:lnTo>
                <a:lnTo>
                  <a:pt x="98086" y="1469925"/>
                </a:lnTo>
                <a:lnTo>
                  <a:pt x="173706" y="1409612"/>
                </a:lnTo>
                <a:lnTo>
                  <a:pt x="206653" y="1367722"/>
                </a:lnTo>
                <a:lnTo>
                  <a:pt x="359682" y="1246324"/>
                </a:lnTo>
                <a:lnTo>
                  <a:pt x="186694" y="1321007"/>
                </a:lnTo>
                <a:lnTo>
                  <a:pt x="267849" y="1258305"/>
                </a:lnTo>
                <a:close/>
              </a:path>
              <a:path w="4546600" h="1870710">
                <a:moveTo>
                  <a:pt x="89154" y="1556779"/>
                </a:moveTo>
                <a:lnTo>
                  <a:pt x="136346" y="1536405"/>
                </a:lnTo>
                <a:lnTo>
                  <a:pt x="244268" y="1545145"/>
                </a:lnTo>
                <a:lnTo>
                  <a:pt x="293999" y="1537508"/>
                </a:lnTo>
                <a:lnTo>
                  <a:pt x="349352" y="1541277"/>
                </a:lnTo>
                <a:lnTo>
                  <a:pt x="557326" y="1506822"/>
                </a:lnTo>
                <a:lnTo>
                  <a:pt x="459502" y="1549055"/>
                </a:lnTo>
                <a:lnTo>
                  <a:pt x="315114" y="1569891"/>
                </a:lnTo>
                <a:lnTo>
                  <a:pt x="262946" y="1564747"/>
                </a:lnTo>
                <a:lnTo>
                  <a:pt x="216292" y="1571056"/>
                </a:lnTo>
                <a:lnTo>
                  <a:pt x="89154" y="1556779"/>
                </a:lnTo>
                <a:close/>
              </a:path>
              <a:path w="4546600" h="1870710">
                <a:moveTo>
                  <a:pt x="186694" y="1321007"/>
                </a:moveTo>
                <a:lnTo>
                  <a:pt x="359682" y="1246324"/>
                </a:lnTo>
                <a:lnTo>
                  <a:pt x="110455" y="1436919"/>
                </a:lnTo>
                <a:lnTo>
                  <a:pt x="98086" y="1469925"/>
                </a:lnTo>
                <a:lnTo>
                  <a:pt x="19500" y="1503852"/>
                </a:lnTo>
                <a:lnTo>
                  <a:pt x="22967" y="1488522"/>
                </a:lnTo>
                <a:lnTo>
                  <a:pt x="41847" y="1438872"/>
                </a:lnTo>
                <a:lnTo>
                  <a:pt x="43743" y="1438054"/>
                </a:lnTo>
                <a:lnTo>
                  <a:pt x="62101" y="1388629"/>
                </a:lnTo>
                <a:lnTo>
                  <a:pt x="146433" y="1352221"/>
                </a:lnTo>
                <a:lnTo>
                  <a:pt x="186694" y="1321007"/>
                </a:lnTo>
                <a:close/>
              </a:path>
              <a:path w="4546600" h="1870710">
                <a:moveTo>
                  <a:pt x="297275" y="830611"/>
                </a:moveTo>
                <a:lnTo>
                  <a:pt x="313177" y="823746"/>
                </a:lnTo>
                <a:lnTo>
                  <a:pt x="340171" y="825925"/>
                </a:lnTo>
                <a:lnTo>
                  <a:pt x="362691" y="830036"/>
                </a:lnTo>
                <a:lnTo>
                  <a:pt x="365172" y="828964"/>
                </a:lnTo>
                <a:lnTo>
                  <a:pt x="289087" y="1027808"/>
                </a:lnTo>
                <a:lnTo>
                  <a:pt x="246156" y="1115507"/>
                </a:lnTo>
                <a:lnTo>
                  <a:pt x="165388" y="1302539"/>
                </a:lnTo>
                <a:lnTo>
                  <a:pt x="146433" y="1352221"/>
                </a:lnTo>
                <a:lnTo>
                  <a:pt x="62101" y="1388629"/>
                </a:lnTo>
                <a:lnTo>
                  <a:pt x="85470" y="1350874"/>
                </a:lnTo>
                <a:lnTo>
                  <a:pt x="122095" y="1252065"/>
                </a:lnTo>
                <a:lnTo>
                  <a:pt x="200343" y="1066120"/>
                </a:lnTo>
                <a:lnTo>
                  <a:pt x="218671" y="1016709"/>
                </a:lnTo>
                <a:lnTo>
                  <a:pt x="242053" y="978948"/>
                </a:lnTo>
                <a:lnTo>
                  <a:pt x="297275" y="830611"/>
                </a:lnTo>
                <a:close/>
              </a:path>
              <a:path w="4546600" h="1870710">
                <a:moveTo>
                  <a:pt x="871112" y="887200"/>
                </a:moveTo>
                <a:lnTo>
                  <a:pt x="1409847" y="654617"/>
                </a:lnTo>
                <a:lnTo>
                  <a:pt x="1667988" y="612338"/>
                </a:lnTo>
                <a:lnTo>
                  <a:pt x="1745681" y="606462"/>
                </a:lnTo>
                <a:lnTo>
                  <a:pt x="1788221" y="615762"/>
                </a:lnTo>
                <a:lnTo>
                  <a:pt x="1824853" y="613781"/>
                </a:lnTo>
                <a:lnTo>
                  <a:pt x="1758546" y="642407"/>
                </a:lnTo>
                <a:lnTo>
                  <a:pt x="1706138" y="637366"/>
                </a:lnTo>
                <a:lnTo>
                  <a:pt x="1658002" y="644315"/>
                </a:lnTo>
                <a:lnTo>
                  <a:pt x="1604147" y="639899"/>
                </a:lnTo>
                <a:lnTo>
                  <a:pt x="1554718" y="647406"/>
                </a:lnTo>
                <a:lnTo>
                  <a:pt x="1509793" y="666801"/>
                </a:lnTo>
                <a:lnTo>
                  <a:pt x="1408595" y="682824"/>
                </a:lnTo>
                <a:lnTo>
                  <a:pt x="1362545" y="702705"/>
                </a:lnTo>
                <a:lnTo>
                  <a:pt x="1311240" y="711021"/>
                </a:lnTo>
                <a:lnTo>
                  <a:pt x="830257" y="918671"/>
                </a:lnTo>
                <a:lnTo>
                  <a:pt x="871112" y="887200"/>
                </a:lnTo>
                <a:close/>
              </a:path>
              <a:path w="4546600" h="1870710">
                <a:moveTo>
                  <a:pt x="483590" y="1123666"/>
                </a:moveTo>
                <a:lnTo>
                  <a:pt x="737443" y="1014072"/>
                </a:lnTo>
                <a:lnTo>
                  <a:pt x="618616" y="1106871"/>
                </a:lnTo>
                <a:lnTo>
                  <a:pt x="313738" y="1238493"/>
                </a:lnTo>
                <a:lnTo>
                  <a:pt x="395906" y="1175354"/>
                </a:lnTo>
                <a:lnTo>
                  <a:pt x="442215" y="1155361"/>
                </a:lnTo>
                <a:lnTo>
                  <a:pt x="483590" y="1123666"/>
                </a:lnTo>
                <a:close/>
              </a:path>
              <a:path w="4546600" h="1870710">
                <a:moveTo>
                  <a:pt x="957800" y="835942"/>
                </a:moveTo>
                <a:lnTo>
                  <a:pt x="1515286" y="595264"/>
                </a:lnTo>
                <a:lnTo>
                  <a:pt x="1716303" y="563813"/>
                </a:lnTo>
                <a:lnTo>
                  <a:pt x="1755333" y="560796"/>
                </a:lnTo>
                <a:lnTo>
                  <a:pt x="1793394" y="558197"/>
                </a:lnTo>
                <a:lnTo>
                  <a:pt x="1866633" y="554244"/>
                </a:lnTo>
                <a:lnTo>
                  <a:pt x="1791697" y="586596"/>
                </a:lnTo>
                <a:lnTo>
                  <a:pt x="1740129" y="581193"/>
                </a:lnTo>
                <a:lnTo>
                  <a:pt x="1547144" y="609176"/>
                </a:lnTo>
                <a:lnTo>
                  <a:pt x="1502634" y="628392"/>
                </a:lnTo>
                <a:lnTo>
                  <a:pt x="1452737" y="636101"/>
                </a:lnTo>
                <a:lnTo>
                  <a:pt x="917028" y="867377"/>
                </a:lnTo>
                <a:lnTo>
                  <a:pt x="957800" y="835942"/>
                </a:lnTo>
                <a:close/>
              </a:path>
              <a:path w="4546600" h="1870710">
                <a:moveTo>
                  <a:pt x="697733" y="989717"/>
                </a:moveTo>
                <a:lnTo>
                  <a:pt x="947478" y="881897"/>
                </a:lnTo>
                <a:lnTo>
                  <a:pt x="907300" y="913076"/>
                </a:lnTo>
                <a:lnTo>
                  <a:pt x="862179" y="932556"/>
                </a:lnTo>
                <a:lnTo>
                  <a:pt x="782282" y="994714"/>
                </a:lnTo>
                <a:lnTo>
                  <a:pt x="529464" y="1103861"/>
                </a:lnTo>
                <a:lnTo>
                  <a:pt x="570285" y="1072405"/>
                </a:lnTo>
                <a:lnTo>
                  <a:pt x="616128" y="1052613"/>
                </a:lnTo>
                <a:lnTo>
                  <a:pt x="697733" y="989717"/>
                </a:lnTo>
                <a:close/>
              </a:path>
              <a:path w="4546600" h="1870710">
                <a:moveTo>
                  <a:pt x="784390" y="938473"/>
                </a:moveTo>
                <a:lnTo>
                  <a:pt x="1079296" y="811156"/>
                </a:lnTo>
                <a:lnTo>
                  <a:pt x="1038364" y="842660"/>
                </a:lnTo>
                <a:lnTo>
                  <a:pt x="743573" y="969927"/>
                </a:lnTo>
                <a:lnTo>
                  <a:pt x="784390" y="938473"/>
                </a:lnTo>
                <a:close/>
              </a:path>
              <a:path w="4546600" h="1870710">
                <a:moveTo>
                  <a:pt x="1045129" y="784408"/>
                </a:moveTo>
                <a:lnTo>
                  <a:pt x="1417985" y="623438"/>
                </a:lnTo>
                <a:lnTo>
                  <a:pt x="1469267" y="615131"/>
                </a:lnTo>
                <a:lnTo>
                  <a:pt x="1003871" y="816052"/>
                </a:lnTo>
                <a:lnTo>
                  <a:pt x="1045129" y="784408"/>
                </a:lnTo>
                <a:close/>
              </a:path>
              <a:path w="4546600" h="1870710">
                <a:moveTo>
                  <a:pt x="2372840" y="142043"/>
                </a:moveTo>
                <a:lnTo>
                  <a:pt x="2551396" y="64957"/>
                </a:lnTo>
                <a:lnTo>
                  <a:pt x="2649700" y="50183"/>
                </a:lnTo>
                <a:lnTo>
                  <a:pt x="2249123" y="223120"/>
                </a:lnTo>
                <a:lnTo>
                  <a:pt x="2288548" y="192266"/>
                </a:lnTo>
                <a:lnTo>
                  <a:pt x="2333163" y="173005"/>
                </a:lnTo>
                <a:lnTo>
                  <a:pt x="2372840" y="142043"/>
                </a:lnTo>
                <a:close/>
              </a:path>
            </a:pathLst>
          </a:custGeom>
          <a:solidFill>
            <a:srgbClr val="BCFF7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512" y="1816013"/>
            <a:ext cx="7280174" cy="23384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6971" y="1021156"/>
            <a:ext cx="9578340" cy="3070860"/>
          </a:xfrm>
          <a:prstGeom prst="rect"/>
        </p:spPr>
        <p:txBody>
          <a:bodyPr wrap="square" lIns="0" tIns="160655" rIns="0" bIns="0" rtlCol="0" vert="horz">
            <a:spAutoFit/>
          </a:bodyPr>
          <a:lstStyle/>
          <a:p>
            <a:pPr marL="12700" marR="5080">
              <a:lnSpc>
                <a:spcPct val="86800"/>
              </a:lnSpc>
              <a:spcBef>
                <a:spcPts val="1265"/>
              </a:spcBef>
            </a:pPr>
            <a:r>
              <a:rPr dirty="0" sz="7300" spc="2455"/>
              <a:t>CHALLENGES </a:t>
            </a:r>
            <a:r>
              <a:rPr dirty="0" sz="7300" spc="3190"/>
              <a:t>AND </a:t>
            </a:r>
            <a:r>
              <a:rPr dirty="0" sz="7300" spc="2485"/>
              <a:t>LEARNINGS</a:t>
            </a:r>
            <a:endParaRPr sz="7300"/>
          </a:p>
        </p:txBody>
      </p:sp>
      <p:sp>
        <p:nvSpPr>
          <p:cNvPr id="5" name="object 5" descr=""/>
          <p:cNvSpPr txBox="1"/>
          <p:nvPr/>
        </p:nvSpPr>
        <p:spPr>
          <a:xfrm>
            <a:off x="858723" y="4349013"/>
            <a:ext cx="10516870" cy="4979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5595" marR="323215" indent="-303530">
              <a:lnSpc>
                <a:spcPct val="116100"/>
              </a:lnSpc>
              <a:spcBef>
                <a:spcPts val="10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Data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Synchronization: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Aligning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time-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based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Kaggle,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Twitter,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Transfermarkt</a:t>
            </a:r>
            <a:r>
              <a:rPr dirty="0" sz="2800" spc="-10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data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required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date-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indexed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merging.</a:t>
            </a:r>
            <a:endParaRPr sz="2800">
              <a:latin typeface="Tahoma"/>
              <a:cs typeface="Tahoma"/>
            </a:endParaRPr>
          </a:p>
          <a:p>
            <a:pPr marL="315595" marR="657860" indent="-303530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Sentiment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Cleaning: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Tweets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5" b="1">
                <a:solidFill>
                  <a:srgbClr val="000001"/>
                </a:solidFill>
                <a:latin typeface="Tahoma"/>
                <a:cs typeface="Tahoma"/>
              </a:rPr>
              <a:t>contained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slang,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emojis,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and 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multilingual</a:t>
            </a:r>
            <a:r>
              <a:rPr dirty="0" sz="2800" spc="-17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data,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cleaned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using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Regex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TextBlob </a:t>
            </a:r>
            <a:r>
              <a:rPr dirty="0" sz="2800" spc="-25" b="1">
                <a:solidFill>
                  <a:srgbClr val="000001"/>
                </a:solidFill>
                <a:latin typeface="Tahoma"/>
                <a:cs typeface="Tahoma"/>
              </a:rPr>
              <a:t>translation.</a:t>
            </a: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Learned:</a:t>
            </a: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125" b="1">
                <a:solidFill>
                  <a:srgbClr val="000001"/>
                </a:solidFill>
                <a:latin typeface="Tahoma"/>
                <a:cs typeface="Tahoma"/>
              </a:rPr>
              <a:t>Data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cleaning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merging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with</a:t>
            </a:r>
            <a:r>
              <a:rPr dirty="0" sz="2800" spc="-17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Pandas</a:t>
            </a: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Time-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series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55" b="1">
                <a:solidFill>
                  <a:srgbClr val="000001"/>
                </a:solidFill>
                <a:latin typeface="Tahoma"/>
                <a:cs typeface="Tahoma"/>
              </a:rPr>
              <a:t>forecasting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using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0" b="1">
                <a:solidFill>
                  <a:srgbClr val="000001"/>
                </a:solidFill>
                <a:latin typeface="Tahoma"/>
                <a:cs typeface="Tahoma"/>
              </a:rPr>
              <a:t>TensorFlow</a:t>
            </a:r>
            <a:r>
              <a:rPr dirty="0" sz="2800" spc="-12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01"/>
                </a:solidFill>
                <a:latin typeface="Tahoma"/>
                <a:cs typeface="Tahoma"/>
              </a:rPr>
              <a:t>(LSTM)</a:t>
            </a: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Sentiment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0" b="1">
                <a:solidFill>
                  <a:srgbClr val="000001"/>
                </a:solidFill>
                <a:latin typeface="Tahoma"/>
                <a:cs typeface="Tahoma"/>
              </a:rPr>
              <a:t>scoring</a:t>
            </a:r>
            <a:r>
              <a:rPr dirty="0" sz="2800" spc="-15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using</a:t>
            </a:r>
            <a:r>
              <a:rPr dirty="0" sz="2800" spc="-16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VADER</a:t>
            </a:r>
            <a:r>
              <a:rPr dirty="0" sz="2800" spc="-140" b="1">
                <a:solidFill>
                  <a:srgbClr val="000001"/>
                </a:solidFill>
                <a:latin typeface="Tahoma"/>
                <a:cs typeface="Tahoma"/>
              </a:rPr>
              <a:t> in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000001"/>
                </a:solidFill>
                <a:latin typeface="Tahoma"/>
                <a:cs typeface="Tahoma"/>
              </a:rPr>
              <a:t>NLTK</a:t>
            </a:r>
            <a:endParaRPr sz="2800">
              <a:latin typeface="Tahoma"/>
              <a:cs typeface="Tahoma"/>
            </a:endParaRP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z="2800" spc="-85" b="1">
                <a:solidFill>
                  <a:srgbClr val="000001"/>
                </a:solidFill>
                <a:latin typeface="Tahoma"/>
                <a:cs typeface="Tahoma"/>
              </a:rPr>
              <a:t>Ensemble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0001"/>
                </a:solidFill>
                <a:latin typeface="Tahoma"/>
                <a:cs typeface="Tahoma"/>
              </a:rPr>
              <a:t>modeling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95" b="1">
                <a:solidFill>
                  <a:srgbClr val="000001"/>
                </a:solidFill>
                <a:latin typeface="Tahoma"/>
                <a:cs typeface="Tahoma"/>
              </a:rPr>
              <a:t>using</a:t>
            </a:r>
            <a:r>
              <a:rPr dirty="0" sz="2800" spc="-15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70" b="1">
                <a:solidFill>
                  <a:srgbClr val="000001"/>
                </a:solidFill>
                <a:latin typeface="Tahoma"/>
                <a:cs typeface="Tahoma"/>
              </a:rPr>
              <a:t>XGBoost</a:t>
            </a:r>
            <a:r>
              <a:rPr dirty="0" sz="2800" spc="-14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110" b="1">
                <a:solidFill>
                  <a:srgbClr val="000001"/>
                </a:solidFill>
                <a:latin typeface="Tahoma"/>
                <a:cs typeface="Tahoma"/>
              </a:rPr>
              <a:t>and</a:t>
            </a:r>
            <a:r>
              <a:rPr dirty="0" sz="2800" spc="-130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65" b="1">
                <a:solidFill>
                  <a:srgbClr val="000001"/>
                </a:solidFill>
                <a:latin typeface="Tahoma"/>
                <a:cs typeface="Tahoma"/>
              </a:rPr>
              <a:t>Scikit-</a:t>
            </a:r>
            <a:r>
              <a:rPr dirty="0" sz="2800" spc="-114" b="1">
                <a:solidFill>
                  <a:srgbClr val="000001"/>
                </a:solidFill>
                <a:latin typeface="Tahoma"/>
                <a:cs typeface="Tahoma"/>
              </a:rPr>
              <a:t>learn</a:t>
            </a:r>
            <a:r>
              <a:rPr dirty="0" sz="2800" spc="-135" b="1">
                <a:solidFill>
                  <a:srgbClr val="000001"/>
                </a:solidFill>
                <a:latin typeface="Tahoma"/>
                <a:cs typeface="Tahoma"/>
              </a:rPr>
              <a:t> </a:t>
            </a:r>
            <a:r>
              <a:rPr dirty="0" sz="2800" spc="-40" b="1">
                <a:solidFill>
                  <a:srgbClr val="000001"/>
                </a:solidFill>
                <a:latin typeface="Tahoma"/>
                <a:cs typeface="Tahoma"/>
              </a:rPr>
              <a:t>pipelines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1091291" y="1002030"/>
            <a:ext cx="6613525" cy="5261610"/>
            <a:chOff x="11091291" y="1002030"/>
            <a:chExt cx="6613525" cy="5261610"/>
          </a:xfrm>
        </p:grpSpPr>
        <p:sp>
          <p:nvSpPr>
            <p:cNvPr id="7" name="object 7" descr=""/>
            <p:cNvSpPr/>
            <p:nvPr/>
          </p:nvSpPr>
          <p:spPr>
            <a:xfrm>
              <a:off x="14618589" y="3949065"/>
              <a:ext cx="3086100" cy="2314575"/>
            </a:xfrm>
            <a:custGeom>
              <a:avLst/>
              <a:gdLst/>
              <a:ahLst/>
              <a:cxnLst/>
              <a:rect l="l" t="t" r="r" b="b"/>
              <a:pathLst>
                <a:path w="3086100" h="2314575">
                  <a:moveTo>
                    <a:pt x="3086100" y="0"/>
                  </a:moveTo>
                  <a:lnTo>
                    <a:pt x="771525" y="0"/>
                  </a:lnTo>
                  <a:lnTo>
                    <a:pt x="0" y="2314575"/>
                  </a:lnTo>
                  <a:lnTo>
                    <a:pt x="2314575" y="2314575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91291" y="1002030"/>
              <a:ext cx="6168008" cy="46259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7774" y="510652"/>
            <a:ext cx="10962122" cy="35323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44436" y="495376"/>
            <a:ext cx="9679940" cy="3150870"/>
          </a:xfrm>
          <a:prstGeom prst="rect"/>
        </p:spPr>
        <p:txBody>
          <a:bodyPr wrap="square" lIns="0" tIns="165100" rIns="0" bIns="0" rtlCol="0" vert="horz">
            <a:spAutoFit/>
          </a:bodyPr>
          <a:lstStyle/>
          <a:p>
            <a:pPr marL="12700" marR="5080" indent="236220">
              <a:lnSpc>
                <a:spcPct val="86700"/>
              </a:lnSpc>
              <a:spcBef>
                <a:spcPts val="1300"/>
              </a:spcBef>
            </a:pPr>
            <a:r>
              <a:rPr dirty="0" sz="7500" spc="2340"/>
              <a:t>CONCLUSION </a:t>
            </a:r>
            <a:r>
              <a:rPr dirty="0" sz="7500" spc="3300"/>
              <a:t>AND</a:t>
            </a:r>
            <a:r>
              <a:rPr dirty="0" sz="7500" spc="-225"/>
              <a:t> </a:t>
            </a:r>
            <a:r>
              <a:rPr dirty="0" sz="7500" spc="2170"/>
              <a:t>FUTURE </a:t>
            </a:r>
            <a:r>
              <a:rPr dirty="0" sz="7500" spc="2300"/>
              <a:t>SCOPE</a:t>
            </a:r>
            <a:endParaRPr sz="7500"/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5595" marR="55244" indent="-303530">
              <a:lnSpc>
                <a:spcPct val="116100"/>
              </a:lnSpc>
              <a:spcBef>
                <a:spcPts val="10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pc="-540"/>
              <a:t>I</a:t>
            </a:r>
            <a:r>
              <a:rPr dirty="0" spc="-145"/>
              <a:t> </a:t>
            </a:r>
            <a:r>
              <a:rPr dirty="0" spc="-110"/>
              <a:t>have</a:t>
            </a:r>
            <a:r>
              <a:rPr dirty="0" spc="-150"/>
              <a:t> </a:t>
            </a:r>
            <a:r>
              <a:rPr dirty="0" spc="-40"/>
              <a:t>successfully</a:t>
            </a:r>
            <a:r>
              <a:rPr dirty="0" spc="-155"/>
              <a:t> </a:t>
            </a:r>
            <a:r>
              <a:rPr dirty="0" spc="-90"/>
              <a:t>built</a:t>
            </a:r>
            <a:r>
              <a:rPr dirty="0" spc="-150"/>
              <a:t> </a:t>
            </a:r>
            <a:r>
              <a:rPr dirty="0" spc="-145"/>
              <a:t>an</a:t>
            </a:r>
            <a:r>
              <a:rPr dirty="0" spc="-150"/>
              <a:t> </a:t>
            </a:r>
            <a:r>
              <a:rPr dirty="0" spc="-229"/>
              <a:t>AI-</a:t>
            </a:r>
            <a:r>
              <a:rPr dirty="0" spc="-100"/>
              <a:t>driven</a:t>
            </a:r>
            <a:r>
              <a:rPr dirty="0" spc="-114"/>
              <a:t> </a:t>
            </a:r>
            <a:r>
              <a:rPr dirty="0" spc="-95"/>
              <a:t>model</a:t>
            </a:r>
            <a:r>
              <a:rPr dirty="0" spc="-125"/>
              <a:t> </a:t>
            </a:r>
            <a:r>
              <a:rPr dirty="0" spc="-60"/>
              <a:t>for</a:t>
            </a:r>
            <a:r>
              <a:rPr dirty="0" spc="-150"/>
              <a:t> </a:t>
            </a:r>
            <a:r>
              <a:rPr dirty="0" spc="-60"/>
              <a:t>predicting</a:t>
            </a:r>
            <a:r>
              <a:rPr dirty="0" spc="-130"/>
              <a:t> </a:t>
            </a:r>
            <a:r>
              <a:rPr dirty="0" spc="-10"/>
              <a:t>soccer </a:t>
            </a:r>
            <a:r>
              <a:rPr dirty="0" spc="-90"/>
              <a:t>player</a:t>
            </a:r>
            <a:r>
              <a:rPr dirty="0" spc="-130"/>
              <a:t> </a:t>
            </a:r>
            <a:r>
              <a:rPr dirty="0" spc="-65"/>
              <a:t>transfer</a:t>
            </a:r>
            <a:r>
              <a:rPr dirty="0" spc="-110"/>
              <a:t> </a:t>
            </a:r>
            <a:r>
              <a:rPr dirty="0" spc="-95"/>
              <a:t>values</a:t>
            </a:r>
            <a:r>
              <a:rPr dirty="0" spc="-145"/>
              <a:t> </a:t>
            </a:r>
            <a:r>
              <a:rPr dirty="0" spc="-95"/>
              <a:t>using</a:t>
            </a:r>
            <a:r>
              <a:rPr dirty="0" spc="-150"/>
              <a:t> </a:t>
            </a:r>
            <a:r>
              <a:rPr dirty="0" spc="-114"/>
              <a:t>multi-</a:t>
            </a:r>
            <a:r>
              <a:rPr dirty="0" spc="-75"/>
              <a:t>source,</a:t>
            </a:r>
            <a:r>
              <a:rPr dirty="0" spc="-130"/>
              <a:t> </a:t>
            </a:r>
            <a:r>
              <a:rPr dirty="0" spc="-105"/>
              <a:t>time-</a:t>
            </a:r>
            <a:r>
              <a:rPr dirty="0" spc="-80"/>
              <a:t>series,</a:t>
            </a:r>
            <a:r>
              <a:rPr dirty="0" spc="-114"/>
              <a:t> </a:t>
            </a:r>
            <a:r>
              <a:rPr dirty="0" spc="-25"/>
              <a:t>and </a:t>
            </a:r>
            <a:r>
              <a:rPr dirty="0" spc="-85"/>
              <a:t>sentiment</a:t>
            </a:r>
            <a:r>
              <a:rPr dirty="0" spc="-145"/>
              <a:t> </a:t>
            </a:r>
            <a:r>
              <a:rPr dirty="0" spc="-10"/>
              <a:t>data.</a:t>
            </a: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pc="-70"/>
              <a:t>The</a:t>
            </a:r>
            <a:r>
              <a:rPr dirty="0" spc="-165"/>
              <a:t> </a:t>
            </a:r>
            <a:r>
              <a:rPr dirty="0" spc="-65"/>
              <a:t>tools</a:t>
            </a:r>
            <a:r>
              <a:rPr dirty="0" spc="-160"/>
              <a:t> </a:t>
            </a:r>
            <a:r>
              <a:rPr dirty="0" spc="-110"/>
              <a:t>and</a:t>
            </a:r>
            <a:r>
              <a:rPr dirty="0" spc="-145"/>
              <a:t> </a:t>
            </a:r>
            <a:r>
              <a:rPr dirty="0" spc="-90"/>
              <a:t>libraries</a:t>
            </a:r>
            <a:r>
              <a:rPr dirty="0" spc="-145"/>
              <a:t> </a:t>
            </a:r>
            <a:r>
              <a:rPr dirty="0" spc="-80"/>
              <a:t>that</a:t>
            </a:r>
            <a:r>
              <a:rPr dirty="0" spc="-165"/>
              <a:t> </a:t>
            </a:r>
            <a:r>
              <a:rPr dirty="0" spc="-540"/>
              <a:t>I</a:t>
            </a:r>
            <a:r>
              <a:rPr dirty="0" spc="-150"/>
              <a:t> </a:t>
            </a:r>
            <a:r>
              <a:rPr dirty="0" spc="-110"/>
              <a:t>have</a:t>
            </a:r>
            <a:r>
              <a:rPr dirty="0" spc="-155"/>
              <a:t> </a:t>
            </a:r>
            <a:r>
              <a:rPr dirty="0" spc="-10"/>
              <a:t>used:</a:t>
            </a:r>
          </a:p>
          <a:p>
            <a:pPr marL="315595" marR="210820" indent="-303530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pc="-114"/>
              <a:t>Pandas,</a:t>
            </a:r>
            <a:r>
              <a:rPr dirty="0" spc="-105"/>
              <a:t> </a:t>
            </a:r>
            <a:r>
              <a:rPr dirty="0" spc="-130"/>
              <a:t>NumPy, </a:t>
            </a:r>
            <a:r>
              <a:rPr dirty="0" spc="-65"/>
              <a:t>Scikit-</a:t>
            </a:r>
            <a:r>
              <a:rPr dirty="0" spc="-135"/>
              <a:t>learn,</a:t>
            </a:r>
            <a:r>
              <a:rPr dirty="0" spc="-105"/>
              <a:t> </a:t>
            </a:r>
            <a:r>
              <a:rPr dirty="0" spc="-110"/>
              <a:t>TensorFlow,</a:t>
            </a:r>
            <a:r>
              <a:rPr dirty="0" spc="-95"/>
              <a:t> </a:t>
            </a:r>
            <a:r>
              <a:rPr dirty="0" spc="-110"/>
              <a:t>Keras,</a:t>
            </a:r>
            <a:r>
              <a:rPr dirty="0" spc="-114"/>
              <a:t> </a:t>
            </a:r>
            <a:r>
              <a:rPr dirty="0" spc="-100"/>
              <a:t>XGBoost,</a:t>
            </a:r>
            <a:r>
              <a:rPr dirty="0" spc="-120"/>
              <a:t> </a:t>
            </a:r>
            <a:r>
              <a:rPr dirty="0" spc="-25"/>
              <a:t>NLTK, </a:t>
            </a:r>
            <a:r>
              <a:rPr dirty="0" spc="-100"/>
              <a:t>Tweepy,</a:t>
            </a:r>
            <a:r>
              <a:rPr dirty="0" spc="-125"/>
              <a:t> </a:t>
            </a:r>
            <a:r>
              <a:rPr dirty="0" spc="-90"/>
              <a:t>Matplotlib,</a:t>
            </a:r>
            <a:r>
              <a:rPr dirty="0" spc="-125"/>
              <a:t> </a:t>
            </a:r>
            <a:r>
              <a:rPr dirty="0" spc="-114"/>
              <a:t>Seaborn,</a:t>
            </a:r>
            <a:r>
              <a:rPr dirty="0" spc="-85"/>
              <a:t> </a:t>
            </a:r>
            <a:r>
              <a:rPr dirty="0" spc="-114"/>
              <a:t>and</a:t>
            </a:r>
            <a:r>
              <a:rPr dirty="0" spc="-135"/>
              <a:t> </a:t>
            </a:r>
            <a:r>
              <a:rPr dirty="0" spc="-10"/>
              <a:t>Plotly.</a:t>
            </a: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pc="-75"/>
              <a:t>Future</a:t>
            </a:r>
            <a:r>
              <a:rPr dirty="0" spc="-150"/>
              <a:t> </a:t>
            </a:r>
            <a:r>
              <a:rPr dirty="0" spc="-25"/>
              <a:t>Enhancements:</a:t>
            </a: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pc="-75"/>
              <a:t>To</a:t>
            </a:r>
            <a:r>
              <a:rPr dirty="0" spc="-150"/>
              <a:t> </a:t>
            </a:r>
            <a:r>
              <a:rPr dirty="0" spc="-80"/>
              <a:t>integrate</a:t>
            </a:r>
            <a:r>
              <a:rPr dirty="0" spc="-130"/>
              <a:t> </a:t>
            </a:r>
            <a:r>
              <a:rPr dirty="0" spc="-100"/>
              <a:t>real-time</a:t>
            </a:r>
            <a:r>
              <a:rPr dirty="0" spc="-135"/>
              <a:t> </a:t>
            </a:r>
            <a:r>
              <a:rPr dirty="0" spc="-80"/>
              <a:t>match</a:t>
            </a:r>
            <a:r>
              <a:rPr dirty="0" spc="-125"/>
              <a:t> </a:t>
            </a:r>
            <a:r>
              <a:rPr dirty="0" spc="-85"/>
              <a:t>data</a:t>
            </a:r>
            <a:r>
              <a:rPr dirty="0" spc="-135"/>
              <a:t> </a:t>
            </a:r>
            <a:r>
              <a:rPr dirty="0" spc="-110"/>
              <a:t>from</a:t>
            </a:r>
            <a:r>
              <a:rPr dirty="0" spc="-145"/>
              <a:t> </a:t>
            </a:r>
            <a:r>
              <a:rPr dirty="0" spc="-10"/>
              <a:t>APIs.</a:t>
            </a:r>
          </a:p>
          <a:p>
            <a:pPr marL="315595" marR="1539240" indent="-303530">
              <a:lnSpc>
                <a:spcPct val="116100"/>
              </a:lnSpc>
              <a:buFont typeface="Arial MT"/>
              <a:buChar char="•"/>
              <a:tabLst>
                <a:tab pos="315595" algn="l"/>
              </a:tabLst>
            </a:pPr>
            <a:r>
              <a:rPr dirty="0" spc="-75"/>
              <a:t>To</a:t>
            </a:r>
            <a:r>
              <a:rPr dirty="0" spc="-160"/>
              <a:t> </a:t>
            </a:r>
            <a:r>
              <a:rPr dirty="0" spc="-85"/>
              <a:t>build</a:t>
            </a:r>
            <a:r>
              <a:rPr dirty="0" spc="-160"/>
              <a:t> </a:t>
            </a:r>
            <a:r>
              <a:rPr dirty="0" spc="-140"/>
              <a:t>a </a:t>
            </a:r>
            <a:r>
              <a:rPr dirty="0" spc="-90"/>
              <a:t>Streamlit</a:t>
            </a:r>
            <a:r>
              <a:rPr dirty="0" spc="-155"/>
              <a:t> </a:t>
            </a:r>
            <a:r>
              <a:rPr dirty="0" spc="-95"/>
              <a:t>or</a:t>
            </a:r>
            <a:r>
              <a:rPr dirty="0" spc="-130"/>
              <a:t> </a:t>
            </a:r>
            <a:r>
              <a:rPr dirty="0" spc="-85"/>
              <a:t>Flask-</a:t>
            </a:r>
            <a:r>
              <a:rPr dirty="0" spc="-60"/>
              <a:t>based</a:t>
            </a:r>
            <a:r>
              <a:rPr dirty="0" spc="-130"/>
              <a:t> </a:t>
            </a:r>
            <a:r>
              <a:rPr dirty="0" spc="-125"/>
              <a:t>web</a:t>
            </a:r>
            <a:r>
              <a:rPr dirty="0" spc="-155"/>
              <a:t> </a:t>
            </a:r>
            <a:r>
              <a:rPr dirty="0" spc="-95"/>
              <a:t>app</a:t>
            </a:r>
            <a:r>
              <a:rPr dirty="0" spc="-145"/>
              <a:t> </a:t>
            </a:r>
            <a:r>
              <a:rPr dirty="0" spc="-60"/>
              <a:t>for</a:t>
            </a:r>
            <a:r>
              <a:rPr dirty="0" spc="-150"/>
              <a:t> </a:t>
            </a:r>
            <a:r>
              <a:rPr dirty="0" spc="-45"/>
              <a:t>dynamic </a:t>
            </a:r>
            <a:r>
              <a:rPr dirty="0" spc="-10"/>
              <a:t>predictions.</a:t>
            </a:r>
          </a:p>
          <a:p>
            <a:pPr marL="315595" indent="-30289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315595" algn="l"/>
              </a:tabLst>
            </a:pPr>
            <a:r>
              <a:rPr dirty="0" spc="-85"/>
              <a:t>And</a:t>
            </a:r>
            <a:r>
              <a:rPr dirty="0" spc="-135"/>
              <a:t> </a:t>
            </a:r>
            <a:r>
              <a:rPr dirty="0" spc="-65"/>
              <a:t>to</a:t>
            </a:r>
            <a:r>
              <a:rPr dirty="0" spc="-155"/>
              <a:t> </a:t>
            </a:r>
            <a:r>
              <a:rPr dirty="0" spc="-95"/>
              <a:t>extend</a:t>
            </a:r>
            <a:r>
              <a:rPr dirty="0" spc="-135"/>
              <a:t> </a:t>
            </a:r>
            <a:r>
              <a:rPr dirty="0" spc="-65"/>
              <a:t>the</a:t>
            </a:r>
            <a:r>
              <a:rPr dirty="0" spc="-160"/>
              <a:t> </a:t>
            </a:r>
            <a:r>
              <a:rPr dirty="0" spc="-85"/>
              <a:t>approach</a:t>
            </a:r>
            <a:r>
              <a:rPr dirty="0" spc="-110"/>
              <a:t> </a:t>
            </a:r>
            <a:r>
              <a:rPr dirty="0" spc="-60"/>
              <a:t>to</a:t>
            </a:r>
            <a:r>
              <a:rPr dirty="0" spc="-140"/>
              <a:t> </a:t>
            </a:r>
            <a:r>
              <a:rPr dirty="0" spc="-85"/>
              <a:t>other</a:t>
            </a:r>
            <a:r>
              <a:rPr dirty="0" spc="-145"/>
              <a:t> </a:t>
            </a:r>
            <a:r>
              <a:rPr dirty="0" spc="-45"/>
              <a:t>sports</a:t>
            </a:r>
            <a:r>
              <a:rPr dirty="0" spc="-125"/>
              <a:t> </a:t>
            </a:r>
            <a:r>
              <a:rPr dirty="0" spc="-60"/>
              <a:t>for</a:t>
            </a:r>
            <a:r>
              <a:rPr dirty="0" spc="-150"/>
              <a:t> </a:t>
            </a:r>
            <a:r>
              <a:rPr dirty="0" spc="-85"/>
              <a:t>broader</a:t>
            </a:r>
            <a:r>
              <a:rPr dirty="0" spc="-110"/>
              <a:t> </a:t>
            </a:r>
            <a:r>
              <a:rPr dirty="0" spc="-40"/>
              <a:t>analytics.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1020699"/>
            <a:ext cx="4287520" cy="8237855"/>
            <a:chOff x="0" y="1020699"/>
            <a:chExt cx="4287520" cy="8237855"/>
          </a:xfrm>
        </p:grpSpPr>
        <p:sp>
          <p:nvSpPr>
            <p:cNvPr id="6" name="object 6" descr=""/>
            <p:cNvSpPr/>
            <p:nvPr/>
          </p:nvSpPr>
          <p:spPr>
            <a:xfrm>
              <a:off x="0" y="1020699"/>
              <a:ext cx="4029075" cy="4648200"/>
            </a:xfrm>
            <a:custGeom>
              <a:avLst/>
              <a:gdLst/>
              <a:ahLst/>
              <a:cxnLst/>
              <a:rect l="l" t="t" r="r" b="b"/>
              <a:pathLst>
                <a:path w="4029075" h="4648200">
                  <a:moveTo>
                    <a:pt x="4028566" y="0"/>
                  </a:moveTo>
                  <a:lnTo>
                    <a:pt x="26603" y="0"/>
                  </a:lnTo>
                  <a:lnTo>
                    <a:pt x="0" y="160268"/>
                  </a:lnTo>
                  <a:lnTo>
                    <a:pt x="0" y="4647819"/>
                  </a:lnTo>
                  <a:lnTo>
                    <a:pt x="3257041" y="4647819"/>
                  </a:lnTo>
                  <a:lnTo>
                    <a:pt x="4028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28700"/>
              <a:ext cx="4287519" cy="8229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24676" y="4727052"/>
            <a:ext cx="5438775" cy="2592070"/>
          </a:xfrm>
          <a:prstGeom prst="rect"/>
        </p:spPr>
        <p:txBody>
          <a:bodyPr wrap="square" lIns="0" tIns="1981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60"/>
              </a:spcBef>
            </a:pPr>
            <a:r>
              <a:rPr dirty="0" sz="7200" spc="-210">
                <a:latin typeface="Tahoma"/>
                <a:cs typeface="Tahoma"/>
              </a:rPr>
              <a:t>THANK</a:t>
            </a:r>
            <a:r>
              <a:rPr dirty="0" sz="7200" spc="-425">
                <a:latin typeface="Tahoma"/>
                <a:cs typeface="Tahoma"/>
              </a:rPr>
              <a:t> </a:t>
            </a:r>
            <a:r>
              <a:rPr dirty="0" sz="7200" spc="-380">
                <a:latin typeface="Tahoma"/>
                <a:cs typeface="Tahoma"/>
              </a:rPr>
              <a:t>YOU,</a:t>
            </a:r>
            <a:endParaRPr sz="7200">
              <a:latin typeface="Tahoma"/>
              <a:cs typeface="Tahoma"/>
            </a:endParaRPr>
          </a:p>
          <a:p>
            <a:pPr algn="ctr" marL="2540">
              <a:lnSpc>
                <a:spcPct val="100000"/>
              </a:lnSpc>
              <a:spcBef>
                <a:spcPts val="1465"/>
              </a:spcBef>
            </a:pPr>
            <a:r>
              <a:rPr dirty="0" sz="7200" spc="-10">
                <a:latin typeface="Tahoma"/>
                <a:cs typeface="Tahoma"/>
              </a:rPr>
              <a:t>MA’AM.</a:t>
            </a:r>
            <a:endParaRPr sz="7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TransferIQ: Dynamic Player Transfer Value Prediction using AI and Multi-source Data</dc:title>
  <dcterms:created xsi:type="dcterms:W3CDTF">2025-10-11T17:19:18Z</dcterms:created>
  <dcterms:modified xsi:type="dcterms:W3CDTF">2025-10-11T17:19:18Z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2025-10-11T00:00:00Z</vt:filetime>
  </property>
  <property fmtid="{D5CDD505-2E9C-101B-9397-08002B2CF9AE}" pid="5" name="Producer">
    <vt:lpwstr>iLovePDF</vt:lpwstr>
  </property>
</Properties>
</file>